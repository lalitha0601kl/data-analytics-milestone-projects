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9" r:id="rId4"/>
    <p:sldId id="270" r:id="rId5"/>
    <p:sldId id="258" r:id="rId6"/>
    <p:sldId id="259" r:id="rId7"/>
    <p:sldId id="260" r:id="rId8"/>
    <p:sldId id="261" r:id="rId9"/>
    <p:sldId id="262" r:id="rId10"/>
    <p:sldId id="266" r:id="rId11"/>
    <p:sldId id="263" r:id="rId12"/>
    <p:sldId id="264" r:id="rId13"/>
    <p:sldId id="271" r:id="rId14"/>
    <p:sldId id="265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itha Raj" userId="012fbc4aaa1b6537" providerId="LiveId" clId="{16BC1F17-868F-4BC1-9E79-6377E7801BBF}"/>
    <pc:docChg chg="undo custSel addSld modSld">
      <pc:chgData name="lalitha Raj" userId="012fbc4aaa1b6537" providerId="LiveId" clId="{16BC1F17-868F-4BC1-9E79-6377E7801BBF}" dt="2026-01-12T10:36:04.359" v="353" actId="478"/>
      <pc:docMkLst>
        <pc:docMk/>
      </pc:docMkLst>
      <pc:sldChg chg="modSp mod">
        <pc:chgData name="lalitha Raj" userId="012fbc4aaa1b6537" providerId="LiveId" clId="{16BC1F17-868F-4BC1-9E79-6377E7801BBF}" dt="2026-01-12T10:18:09.730" v="115" actId="2711"/>
        <pc:sldMkLst>
          <pc:docMk/>
          <pc:sldMk cId="0" sldId="256"/>
        </pc:sldMkLst>
        <pc:spChg chg="mod">
          <ac:chgData name="lalitha Raj" userId="012fbc4aaa1b6537" providerId="LiveId" clId="{16BC1F17-868F-4BC1-9E79-6377E7801BBF}" dt="2026-01-12T10:18:09.730" v="115" actId="2711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lalitha Raj" userId="012fbc4aaa1b6537" providerId="LiveId" clId="{16BC1F17-868F-4BC1-9E79-6377E7801BBF}" dt="2026-01-12T10:18:23.396" v="117" actId="255"/>
        <pc:sldMkLst>
          <pc:docMk/>
          <pc:sldMk cId="0" sldId="257"/>
        </pc:sldMkLst>
        <pc:spChg chg="mod">
          <ac:chgData name="lalitha Raj" userId="012fbc4aaa1b6537" providerId="LiveId" clId="{16BC1F17-868F-4BC1-9E79-6377E7801BBF}" dt="2026-01-12T10:18:23.396" v="117" actId="255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lalitha Raj" userId="012fbc4aaa1b6537" providerId="LiveId" clId="{16BC1F17-868F-4BC1-9E79-6377E7801BBF}" dt="2026-01-12T10:26:59.817" v="272" actId="1076"/>
        <pc:sldMkLst>
          <pc:docMk/>
          <pc:sldMk cId="0" sldId="258"/>
        </pc:sldMkLst>
        <pc:spChg chg="mod">
          <ac:chgData name="lalitha Raj" userId="012fbc4aaa1b6537" providerId="LiveId" clId="{16BC1F17-868F-4BC1-9E79-6377E7801BBF}" dt="2026-01-12T10:24:26.981" v="248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lalitha Raj" userId="012fbc4aaa1b6537" providerId="LiveId" clId="{16BC1F17-868F-4BC1-9E79-6377E7801BBF}" dt="2026-01-12T10:25:19.665" v="262" actId="5793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lalitha Raj" userId="012fbc4aaa1b6537" providerId="LiveId" clId="{16BC1F17-868F-4BC1-9E79-6377E7801BBF}" dt="2026-01-12T10:12:11.896" v="45" actId="478"/>
          <ac:spMkLst>
            <pc:docMk/>
            <pc:sldMk cId="0" sldId="258"/>
            <ac:spMk id="5" creationId="{00F75891-32BC-413C-AF70-4BE39A0BA97A}"/>
          </ac:spMkLst>
        </pc:spChg>
        <pc:spChg chg="add mod">
          <ac:chgData name="lalitha Raj" userId="012fbc4aaa1b6537" providerId="LiveId" clId="{16BC1F17-868F-4BC1-9E79-6377E7801BBF}" dt="2026-01-12T10:26:59.817" v="272" actId="1076"/>
          <ac:spMkLst>
            <pc:docMk/>
            <pc:sldMk cId="0" sldId="258"/>
            <ac:spMk id="13" creationId="{1367F2BC-6137-422C-A7E6-9691FDD4BB82}"/>
          </ac:spMkLst>
        </pc:spChg>
        <pc:picChg chg="add mod">
          <ac:chgData name="lalitha Raj" userId="012fbc4aaa1b6537" providerId="LiveId" clId="{16BC1F17-868F-4BC1-9E79-6377E7801BBF}" dt="2026-01-12T10:13:31.604" v="53" actId="1076"/>
          <ac:picMkLst>
            <pc:docMk/>
            <pc:sldMk cId="0" sldId="258"/>
            <ac:picMk id="7" creationId="{04324ED6-684C-4256-9795-F789AFD9AC6F}"/>
          </ac:picMkLst>
        </pc:picChg>
        <pc:picChg chg="add del">
          <ac:chgData name="lalitha Raj" userId="012fbc4aaa1b6537" providerId="LiveId" clId="{16BC1F17-868F-4BC1-9E79-6377E7801BBF}" dt="2026-01-12T10:25:36.702" v="264" actId="22"/>
          <ac:picMkLst>
            <pc:docMk/>
            <pc:sldMk cId="0" sldId="258"/>
            <ac:picMk id="10" creationId="{42B23B6E-F792-4566-A143-BA17FA360008}"/>
          </ac:picMkLst>
        </pc:picChg>
        <pc:picChg chg="del">
          <ac:chgData name="lalitha Raj" userId="012fbc4aaa1b6537" providerId="LiveId" clId="{16BC1F17-868F-4BC1-9E79-6377E7801BBF}" dt="2026-01-12T10:12:11.896" v="45" actId="478"/>
          <ac:picMkLst>
            <pc:docMk/>
            <pc:sldMk cId="0" sldId="258"/>
            <ac:picMk id="45" creationId="{00000000-0000-0000-0000-000000000000}"/>
          </ac:picMkLst>
        </pc:picChg>
      </pc:sldChg>
      <pc:sldChg chg="addSp modSp mod">
        <pc:chgData name="lalitha Raj" userId="012fbc4aaa1b6537" providerId="LiveId" clId="{16BC1F17-868F-4BC1-9E79-6377E7801BBF}" dt="2026-01-12T10:35:06.421" v="335" actId="1076"/>
        <pc:sldMkLst>
          <pc:docMk/>
          <pc:sldMk cId="0" sldId="259"/>
        </pc:sldMkLst>
        <pc:graphicFrameChg chg="modGraphic">
          <ac:chgData name="lalitha Raj" userId="012fbc4aaa1b6537" providerId="LiveId" clId="{16BC1F17-868F-4BC1-9E79-6377E7801BBF}" dt="2026-01-12T10:34:37.828" v="333" actId="14734"/>
          <ac:graphicFrameMkLst>
            <pc:docMk/>
            <pc:sldMk cId="0" sldId="259"/>
            <ac:graphicFrameMk id="8" creationId="{00000000-0000-0000-0000-000000000000}"/>
          </ac:graphicFrameMkLst>
        </pc:graphicFrameChg>
        <pc:picChg chg="add mod">
          <ac:chgData name="lalitha Raj" userId="012fbc4aaa1b6537" providerId="LiveId" clId="{16BC1F17-868F-4BC1-9E79-6377E7801BBF}" dt="2026-01-12T10:35:06.421" v="335" actId="1076"/>
          <ac:picMkLst>
            <pc:docMk/>
            <pc:sldMk cId="0" sldId="259"/>
            <ac:picMk id="5" creationId="{9284D33D-74EB-4F5E-A161-25529B5013A6}"/>
          </ac:picMkLst>
        </pc:picChg>
      </pc:sldChg>
      <pc:sldChg chg="addSp delSp modSp mod">
        <pc:chgData name="lalitha Raj" userId="012fbc4aaa1b6537" providerId="LiveId" clId="{16BC1F17-868F-4BC1-9E79-6377E7801BBF}" dt="2026-01-12T10:36:04.359" v="353" actId="478"/>
        <pc:sldMkLst>
          <pc:docMk/>
          <pc:sldMk cId="0" sldId="265"/>
        </pc:sldMkLst>
        <pc:spChg chg="mod">
          <ac:chgData name="lalitha Raj" userId="012fbc4aaa1b6537" providerId="LiveId" clId="{16BC1F17-868F-4BC1-9E79-6377E7801BBF}" dt="2026-01-12T10:35:39.169" v="35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lalitha Raj" userId="012fbc4aaa1b6537" providerId="LiveId" clId="{16BC1F17-868F-4BC1-9E79-6377E7801BBF}" dt="2026-01-12T10:35:28.114" v="338" actId="27636"/>
          <ac:spMkLst>
            <pc:docMk/>
            <pc:sldMk cId="0" sldId="265"/>
            <ac:spMk id="3" creationId="{00000000-0000-0000-0000-000000000000}"/>
          </ac:spMkLst>
        </pc:spChg>
        <pc:spChg chg="add del mod">
          <ac:chgData name="lalitha Raj" userId="012fbc4aaa1b6537" providerId="LiveId" clId="{16BC1F17-868F-4BC1-9E79-6377E7801BBF}" dt="2026-01-12T10:36:04.359" v="353" actId="478"/>
          <ac:spMkLst>
            <pc:docMk/>
            <pc:sldMk cId="0" sldId="265"/>
            <ac:spMk id="5" creationId="{A13D462F-833C-486D-B056-729CA617815C}"/>
          </ac:spMkLst>
        </pc:spChg>
        <pc:picChg chg="del">
          <ac:chgData name="lalitha Raj" userId="012fbc4aaa1b6537" providerId="LiveId" clId="{16BC1F17-868F-4BC1-9E79-6377E7801BBF}" dt="2026-01-12T10:27:22.350" v="273" actId="478"/>
          <ac:picMkLst>
            <pc:docMk/>
            <pc:sldMk cId="0" sldId="265"/>
            <ac:picMk id="10" creationId="{00000000-0000-0000-0000-000000000000}"/>
          </ac:picMkLst>
        </pc:picChg>
      </pc:sldChg>
      <pc:sldChg chg="addSp delSp modSp new mod modClrScheme chgLayout">
        <pc:chgData name="lalitha Raj" userId="012fbc4aaa1b6537" providerId="LiveId" clId="{16BC1F17-868F-4BC1-9E79-6377E7801BBF}" dt="2026-01-12T10:18:55.057" v="122" actId="1440"/>
        <pc:sldMkLst>
          <pc:docMk/>
          <pc:sldMk cId="1097841451" sldId="269"/>
        </pc:sldMkLst>
        <pc:spChg chg="del mod ord">
          <ac:chgData name="lalitha Raj" userId="012fbc4aaa1b6537" providerId="LiveId" clId="{16BC1F17-868F-4BC1-9E79-6377E7801BBF}" dt="2026-01-12T10:08:51.963" v="3" actId="700"/>
          <ac:spMkLst>
            <pc:docMk/>
            <pc:sldMk cId="1097841451" sldId="269"/>
            <ac:spMk id="2" creationId="{99990DE3-9882-4EE0-A14F-1854C5EFEBB0}"/>
          </ac:spMkLst>
        </pc:spChg>
        <pc:spChg chg="del">
          <ac:chgData name="lalitha Raj" userId="012fbc4aaa1b6537" providerId="LiveId" clId="{16BC1F17-868F-4BC1-9E79-6377E7801BBF}" dt="2026-01-12T10:08:40.142" v="1"/>
          <ac:spMkLst>
            <pc:docMk/>
            <pc:sldMk cId="1097841451" sldId="269"/>
            <ac:spMk id="3" creationId="{42AFD0A6-7634-4F6B-9E28-D5EF02F285E6}"/>
          </ac:spMkLst>
        </pc:spChg>
        <pc:spChg chg="add mod ord">
          <ac:chgData name="lalitha Raj" userId="012fbc4aaa1b6537" providerId="LiveId" clId="{16BC1F17-868F-4BC1-9E79-6377E7801BBF}" dt="2026-01-12T10:18:35.476" v="121" actId="20577"/>
          <ac:spMkLst>
            <pc:docMk/>
            <pc:sldMk cId="1097841451" sldId="269"/>
            <ac:spMk id="4" creationId="{D3F8A0B9-2E04-4F47-973E-AC5057DAA9BA}"/>
          </ac:spMkLst>
        </pc:spChg>
        <pc:spChg chg="add del mod ord">
          <ac:chgData name="lalitha Raj" userId="012fbc4aaa1b6537" providerId="LiveId" clId="{16BC1F17-868F-4BC1-9E79-6377E7801BBF}" dt="2026-01-12T10:08:58.759" v="4" actId="700"/>
          <ac:spMkLst>
            <pc:docMk/>
            <pc:sldMk cId="1097841451" sldId="269"/>
            <ac:spMk id="5" creationId="{56B81507-3A4F-4F08-907D-8CC1393BFAE3}"/>
          </ac:spMkLst>
        </pc:spChg>
        <pc:spChg chg="add del mod ord">
          <ac:chgData name="lalitha Raj" userId="012fbc4aaa1b6537" providerId="LiveId" clId="{16BC1F17-868F-4BC1-9E79-6377E7801BBF}" dt="2026-01-12T10:09:21.782" v="5" actId="700"/>
          <ac:spMkLst>
            <pc:docMk/>
            <pc:sldMk cId="1097841451" sldId="269"/>
            <ac:spMk id="6" creationId="{6BA39158-3B69-4B45-9863-52366C430B3D}"/>
          </ac:spMkLst>
        </pc:spChg>
        <pc:spChg chg="add del mod ord">
          <ac:chgData name="lalitha Raj" userId="012fbc4aaa1b6537" providerId="LiveId" clId="{16BC1F17-868F-4BC1-9E79-6377E7801BBF}" dt="2026-01-12T10:09:21.782" v="5" actId="700"/>
          <ac:spMkLst>
            <pc:docMk/>
            <pc:sldMk cId="1097841451" sldId="269"/>
            <ac:spMk id="7" creationId="{E961ACD3-E3E1-4CE6-99DB-F524290C3EFE}"/>
          </ac:spMkLst>
        </pc:spChg>
        <pc:spChg chg="add mod ord">
          <ac:chgData name="lalitha Raj" userId="012fbc4aaa1b6537" providerId="LiveId" clId="{16BC1F17-868F-4BC1-9E79-6377E7801BBF}" dt="2026-01-12T10:10:28.440" v="41" actId="700"/>
          <ac:spMkLst>
            <pc:docMk/>
            <pc:sldMk cId="1097841451" sldId="269"/>
            <ac:spMk id="8" creationId="{069D160C-A220-4C2F-84B9-865CF32DBCBA}"/>
          </ac:spMkLst>
        </pc:spChg>
        <pc:spChg chg="add del mod ord">
          <ac:chgData name="lalitha Raj" userId="012fbc4aaa1b6537" providerId="LiveId" clId="{16BC1F17-868F-4BC1-9E79-6377E7801BBF}" dt="2026-01-12T10:11:52.143" v="42" actId="22"/>
          <ac:spMkLst>
            <pc:docMk/>
            <pc:sldMk cId="1097841451" sldId="269"/>
            <ac:spMk id="9" creationId="{769B8164-0E95-49E6-8B3D-A29D26979E0D}"/>
          </ac:spMkLst>
        </pc:spChg>
        <pc:picChg chg="add mod ord">
          <ac:chgData name="lalitha Raj" userId="012fbc4aaa1b6537" providerId="LiveId" clId="{16BC1F17-868F-4BC1-9E79-6377E7801BBF}" dt="2026-01-12T10:18:55.057" v="122" actId="1440"/>
          <ac:picMkLst>
            <pc:docMk/>
            <pc:sldMk cId="1097841451" sldId="269"/>
            <ac:picMk id="11" creationId="{6F05DE41-4278-4555-A17E-729F68CBE9DA}"/>
          </ac:picMkLst>
        </pc:picChg>
      </pc:sldChg>
      <pc:sldChg chg="addSp delSp modSp new mod modClrScheme chgLayout">
        <pc:chgData name="lalitha Raj" userId="012fbc4aaa1b6537" providerId="LiveId" clId="{16BC1F17-868F-4BC1-9E79-6377E7801BBF}" dt="2026-01-12T10:23:46.751" v="228" actId="1076"/>
        <pc:sldMkLst>
          <pc:docMk/>
          <pc:sldMk cId="1462272130" sldId="270"/>
        </pc:sldMkLst>
        <pc:spChg chg="del mod ord">
          <ac:chgData name="lalitha Raj" userId="012fbc4aaa1b6537" providerId="LiveId" clId="{16BC1F17-868F-4BC1-9E79-6377E7801BBF}" dt="2026-01-12T10:15:08.318" v="57" actId="700"/>
          <ac:spMkLst>
            <pc:docMk/>
            <pc:sldMk cId="1462272130" sldId="270"/>
            <ac:spMk id="2" creationId="{8A4B3EAE-C14B-4167-83C5-F4BBD30C6356}"/>
          </ac:spMkLst>
        </pc:spChg>
        <pc:spChg chg="del mod ord">
          <ac:chgData name="lalitha Raj" userId="012fbc4aaa1b6537" providerId="LiveId" clId="{16BC1F17-868F-4BC1-9E79-6377E7801BBF}" dt="2026-01-12T10:15:08.318" v="57" actId="700"/>
          <ac:spMkLst>
            <pc:docMk/>
            <pc:sldMk cId="1462272130" sldId="270"/>
            <ac:spMk id="3" creationId="{DA7F89DB-5BAF-4070-9064-7E3C39C474BB}"/>
          </ac:spMkLst>
        </pc:spChg>
        <pc:spChg chg="del">
          <ac:chgData name="lalitha Raj" userId="012fbc4aaa1b6537" providerId="LiveId" clId="{16BC1F17-868F-4BC1-9E79-6377E7801BBF}" dt="2026-01-12T10:15:08.318" v="57" actId="700"/>
          <ac:spMkLst>
            <pc:docMk/>
            <pc:sldMk cId="1462272130" sldId="270"/>
            <ac:spMk id="4" creationId="{7AACC485-0FDB-4A97-8CEC-AB4156F084E6}"/>
          </ac:spMkLst>
        </pc:spChg>
        <pc:spChg chg="add del">
          <ac:chgData name="lalitha Raj" userId="012fbc4aaa1b6537" providerId="LiveId" clId="{16BC1F17-868F-4BC1-9E79-6377E7801BBF}" dt="2026-01-12T10:15:04.513" v="56" actId="22"/>
          <ac:spMkLst>
            <pc:docMk/>
            <pc:sldMk cId="1462272130" sldId="270"/>
            <ac:spMk id="6" creationId="{71E1C7C0-CECB-43AC-8F91-EAE46BFA5F17}"/>
          </ac:spMkLst>
        </pc:spChg>
        <pc:spChg chg="add mod ord">
          <ac:chgData name="lalitha Raj" userId="012fbc4aaa1b6537" providerId="LiveId" clId="{16BC1F17-868F-4BC1-9E79-6377E7801BBF}" dt="2026-01-12T10:23:14.299" v="221" actId="20577"/>
          <ac:spMkLst>
            <pc:docMk/>
            <pc:sldMk cId="1462272130" sldId="270"/>
            <ac:spMk id="7" creationId="{B7502EA4-D256-4A56-BC6D-9D40C458B0D2}"/>
          </ac:spMkLst>
        </pc:spChg>
        <pc:spChg chg="add mod ord">
          <ac:chgData name="lalitha Raj" userId="012fbc4aaa1b6537" providerId="LiveId" clId="{16BC1F17-868F-4BC1-9E79-6377E7801BBF}" dt="2026-01-12T10:23:22.001" v="225" actId="14100"/>
          <ac:spMkLst>
            <pc:docMk/>
            <pc:sldMk cId="1462272130" sldId="270"/>
            <ac:spMk id="8" creationId="{5A50AF96-B51F-4D88-8DC9-343F20A6880D}"/>
          </ac:spMkLst>
        </pc:spChg>
        <pc:spChg chg="add del mod ord">
          <ac:chgData name="lalitha Raj" userId="012fbc4aaa1b6537" providerId="LiveId" clId="{16BC1F17-868F-4BC1-9E79-6377E7801BBF}" dt="2026-01-12T10:23:14.239" v="218" actId="700"/>
          <ac:spMkLst>
            <pc:docMk/>
            <pc:sldMk cId="1462272130" sldId="270"/>
            <ac:spMk id="9" creationId="{57ED9DA8-2070-4F17-9CD2-E4A5427811BD}"/>
          </ac:spMkLst>
        </pc:spChg>
        <pc:spChg chg="add del mod ord">
          <ac:chgData name="lalitha Raj" userId="012fbc4aaa1b6537" providerId="LiveId" clId="{16BC1F17-868F-4BC1-9E79-6377E7801BBF}" dt="2026-01-12T10:23:14.239" v="218" actId="700"/>
          <ac:spMkLst>
            <pc:docMk/>
            <pc:sldMk cId="1462272130" sldId="270"/>
            <ac:spMk id="10" creationId="{292F2C8B-05DE-4648-B2AD-6CE0ECB0FDAC}"/>
          </ac:spMkLst>
        </pc:spChg>
        <pc:spChg chg="add del mod ord">
          <ac:chgData name="lalitha Raj" userId="012fbc4aaa1b6537" providerId="LiveId" clId="{16BC1F17-868F-4BC1-9E79-6377E7801BBF}" dt="2026-01-12T10:23:14.239" v="218" actId="700"/>
          <ac:spMkLst>
            <pc:docMk/>
            <pc:sldMk cId="1462272130" sldId="270"/>
            <ac:spMk id="11" creationId="{200E2C98-421E-449A-BA4C-978C237F8C64}"/>
          </ac:spMkLst>
        </pc:spChg>
        <pc:picChg chg="add mod">
          <ac:chgData name="lalitha Raj" userId="012fbc4aaa1b6537" providerId="LiveId" clId="{16BC1F17-868F-4BC1-9E79-6377E7801BBF}" dt="2026-01-12T10:23:46.751" v="228" actId="1076"/>
          <ac:picMkLst>
            <pc:docMk/>
            <pc:sldMk cId="1462272130" sldId="270"/>
            <ac:picMk id="13" creationId="{858E3CA1-0F8C-4A2E-A6A2-64E8DDEDBAEB}"/>
          </ac:picMkLst>
        </pc:picChg>
      </pc:sldChg>
      <pc:sldChg chg="addSp delSp modSp new mod modClrScheme chgLayout">
        <pc:chgData name="lalitha Raj" userId="012fbc4aaa1b6537" providerId="LiveId" clId="{16BC1F17-868F-4BC1-9E79-6377E7801BBF}" dt="2026-01-12T10:29:25.677" v="326" actId="20577"/>
        <pc:sldMkLst>
          <pc:docMk/>
          <pc:sldMk cId="2681955200" sldId="271"/>
        </pc:sldMkLst>
        <pc:spChg chg="del mod ord">
          <ac:chgData name="lalitha Raj" userId="012fbc4aaa1b6537" providerId="LiveId" clId="{16BC1F17-868F-4BC1-9E79-6377E7801BBF}" dt="2026-01-12T10:28:43.640" v="275" actId="700"/>
          <ac:spMkLst>
            <pc:docMk/>
            <pc:sldMk cId="2681955200" sldId="271"/>
            <ac:spMk id="2" creationId="{091712B9-0F24-404F-8B52-4259B43ACFB1}"/>
          </ac:spMkLst>
        </pc:spChg>
        <pc:spChg chg="del mod ord">
          <ac:chgData name="lalitha Raj" userId="012fbc4aaa1b6537" providerId="LiveId" clId="{16BC1F17-868F-4BC1-9E79-6377E7801BBF}" dt="2026-01-12T10:28:43.640" v="275" actId="700"/>
          <ac:spMkLst>
            <pc:docMk/>
            <pc:sldMk cId="2681955200" sldId="271"/>
            <ac:spMk id="3" creationId="{B9B0F065-2EE5-4349-A31B-B4BCE0C104E1}"/>
          </ac:spMkLst>
        </pc:spChg>
        <pc:spChg chg="del">
          <ac:chgData name="lalitha Raj" userId="012fbc4aaa1b6537" providerId="LiveId" clId="{16BC1F17-868F-4BC1-9E79-6377E7801BBF}" dt="2026-01-12T10:28:43.640" v="275" actId="700"/>
          <ac:spMkLst>
            <pc:docMk/>
            <pc:sldMk cId="2681955200" sldId="271"/>
            <ac:spMk id="4" creationId="{1677430F-5CDD-4956-91A6-4A3328D04FD8}"/>
          </ac:spMkLst>
        </pc:spChg>
        <pc:spChg chg="add mod ord">
          <ac:chgData name="lalitha Raj" userId="012fbc4aaa1b6537" providerId="LiveId" clId="{16BC1F17-868F-4BC1-9E79-6377E7801BBF}" dt="2026-01-12T10:29:25.677" v="326" actId="20577"/>
          <ac:spMkLst>
            <pc:docMk/>
            <pc:sldMk cId="2681955200" sldId="271"/>
            <ac:spMk id="5" creationId="{9FFCAEFE-76D2-4FA8-A078-854EC577790C}"/>
          </ac:spMkLst>
        </pc:spChg>
        <pc:spChg chg="add mod ord">
          <ac:chgData name="lalitha Raj" userId="012fbc4aaa1b6537" providerId="LiveId" clId="{16BC1F17-868F-4BC1-9E79-6377E7801BBF}" dt="2026-01-12T10:28:43.640" v="275" actId="700"/>
          <ac:spMkLst>
            <pc:docMk/>
            <pc:sldMk cId="2681955200" sldId="271"/>
            <ac:spMk id="6" creationId="{4E5CF935-54BB-427E-A3A7-1EBB16755803}"/>
          </ac:spMkLst>
        </pc:spChg>
        <pc:picChg chg="add mod">
          <ac:chgData name="lalitha Raj" userId="012fbc4aaa1b6537" providerId="LiveId" clId="{16BC1F17-868F-4BC1-9E79-6377E7801BBF}" dt="2026-01-12T10:28:49.978" v="277" actId="1076"/>
          <ac:picMkLst>
            <pc:docMk/>
            <pc:sldMk cId="2681955200" sldId="271"/>
            <ac:picMk id="8" creationId="{36326040-574C-4B68-95A4-F7BFEBBA6E9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12fbc4aaa1b6537/Desktop/Reinforcement%20advanced-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[Reinforcement advanced-1.xlsx]Pivot table!PivotTable13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Sales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'Pivot table'!$H$3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2"/>
              </a:outerShdw>
            </a:effectLst>
          </c:spPr>
          <c:marker>
            <c:symbol val="circle"/>
            <c:size val="5"/>
            <c:spPr>
              <a:solidFill>
                <a:schemeClr val="accent2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'Pivot table'!$G$4:$G$16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table'!$H$4:$H$16</c:f>
              <c:numCache>
                <c:formatCode>_ "₹"\ * #,##0_ ;_ "₹"\ * \-#,##0_ ;_ "₹"\ * "-"??_ ;_ @_ </c:formatCode>
                <c:ptCount val="12"/>
                <c:pt idx="0">
                  <c:v>95172.609821999999</c:v>
                </c:pt>
                <c:pt idx="1">
                  <c:v>61310.737101999999</c:v>
                </c:pt>
                <c:pt idx="2">
                  <c:v>160914.43857999999</c:v>
                </c:pt>
                <c:pt idx="3">
                  <c:v>117308.07661400001</c:v>
                </c:pt>
                <c:pt idx="4">
                  <c:v>123998.24514699999</c:v>
                </c:pt>
                <c:pt idx="5">
                  <c:v>140879.40419100001</c:v>
                </c:pt>
                <c:pt idx="6">
                  <c:v>125703.3441</c:v>
                </c:pt>
                <c:pt idx="7">
                  <c:v>132570.29363500001</c:v>
                </c:pt>
                <c:pt idx="8">
                  <c:v>258821.76843699999</c:v>
                </c:pt>
                <c:pt idx="9">
                  <c:v>177963.18812000001</c:v>
                </c:pt>
                <c:pt idx="10">
                  <c:v>286807.94868499902</c:v>
                </c:pt>
                <c:pt idx="11">
                  <c:v>293168.67152600002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81-40F7-BB25-73F95F59B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1"/>
        <c:smooth val="0"/>
        <c:axId val="1229467760"/>
        <c:axId val="1229473168"/>
      </c:lineChart>
      <c:catAx>
        <c:axId val="1229467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473168"/>
        <c:crosses val="autoZero"/>
        <c:auto val="1"/>
        <c:lblAlgn val="ctr"/>
        <c:lblOffset val="100"/>
        <c:noMultiLvlLbl val="0"/>
      </c:catAx>
      <c:valAx>
        <c:axId val="1229473168"/>
        <c:scaling>
          <c:orientation val="minMax"/>
        </c:scaling>
        <c:delete val="0"/>
        <c:axPos val="l"/>
        <c:numFmt formatCode="_ &quot;₹&quot;\ * #,##0_ ;_ &quot;₹&quot;\ * \-#,##0_ ;_ &quot;₹&quot;\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467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53946e3-594c-4a38-af6b-15737bd7e8d9}"/>
      </c:ext>
    </c:extLst>
  </c:chart>
  <c:spPr>
    <a:solidFill>
      <a:schemeClr val="tx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21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83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2005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8695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025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Sales Dataset Analysis – Advanced Excel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635" y="4370070"/>
            <a:ext cx="4754245" cy="1582420"/>
          </a:xfrm>
        </p:spPr>
        <p:txBody>
          <a:bodyPr>
            <a:normAutofit/>
          </a:bodyPr>
          <a:lstStyle/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Prepared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by: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Kamatchi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Lalitha.R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Course &amp; Batch: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 &amp; DS(June25)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09-09-2025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Goals:</a:t>
            </a:r>
          </a:p>
          <a:p>
            <a:r>
              <a:rPr dirty="0"/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dirty="0"/>
              <a:t> sales trends &amp; categories</a:t>
            </a:r>
          </a:p>
          <a:p>
            <a:r>
              <a:rPr dirty="0"/>
              <a:t> Measure discount impact on profit</a:t>
            </a:r>
          </a:p>
          <a:p>
            <a:r>
              <a:rPr dirty="0"/>
              <a:t> Build interactive dashboard with KPIs</a:t>
            </a:r>
          </a:p>
          <a:p>
            <a:r>
              <a:rPr dirty="0"/>
              <a:t>Automate tasks with macros</a:t>
            </a:r>
          </a:p>
          <a:p>
            <a:r>
              <a:rPr dirty="0"/>
              <a:t> Provide insights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69D160C-A220-4C2F-84B9-865CF32D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F8A0B9-2E04-4F47-973E-AC5057DAA9B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66440" y="3377338"/>
            <a:ext cx="36369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Transactional sales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Records: 9,994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Columns: 35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includes sales, profit, discount, customer, product, and date fields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F05DE41-4278-4555-A17E-729F68CBE9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0263" y="2724151"/>
            <a:ext cx="3636962" cy="329565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9784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502EA4-D256-4A56-BC6D-9D40C458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50AF96-B51F-4D88-8DC9-343F20A6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199"/>
            <a:ext cx="4374368" cy="383540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Removed unnecessary and blank columns (e.g., system-generated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Unnamed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columns) to reduce data noise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data formats: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Converted Order Date and Ship Date to proper date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Ensured Sales, Discount, and Profit were in numeric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Applied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IF conditions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validate key fields such as Sales and Discount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Flagged records as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OK / No Error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ensure data accuracy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8E3CA1-0F8C-4A2E-A6A2-64E8DDED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2345510"/>
            <a:ext cx="3406435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7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cleaned using </a:t>
            </a:r>
            <a:r>
              <a:rPr lang="en-IN" dirty="0" err="1"/>
              <a:t>Formulaes</a:t>
            </a:r>
            <a:endParaRPr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Steps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834638"/>
          </a:xfrm>
        </p:spPr>
        <p:txBody>
          <a:bodyPr>
            <a:normAutofit/>
          </a:bodyPr>
          <a:lstStyle/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Removed duplicates &amp; blanks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Applied proper date formatting (Order/Ship Dates)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Validated Sales &amp; Discounts (no negatives)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Used IF/IFERROR for error handling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Flagged &amp; corrected outliers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F75891-32BC-413C-AF70-4BE39A0BA97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24ED6-684C-4256-9795-F789AFD9A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745" y="3070349"/>
            <a:ext cx="4288155" cy="28605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67F2BC-6137-422C-A7E6-9691FDD4BB82}"/>
              </a:ext>
            </a:extLst>
          </p:cNvPr>
          <p:cNvSpPr txBox="1"/>
          <p:nvPr/>
        </p:nvSpPr>
        <p:spPr>
          <a:xfrm>
            <a:off x="1000461" y="5952497"/>
            <a:ext cx="7277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Dataset became clean, consistent, and error-free for analysis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Metrics:</a:t>
            </a:r>
          </a:p>
          <a:p>
            <a:r>
              <a:rPr dirty="0"/>
              <a:t>• Total Sales ≈ 2.3M</a:t>
            </a:r>
          </a:p>
          <a:p>
            <a:r>
              <a:rPr dirty="0"/>
              <a:t>• Total Orders ≈ 37,873</a:t>
            </a:r>
          </a:p>
          <a:p>
            <a:r>
              <a:rPr dirty="0"/>
              <a:t>• Total Discounts ≈ 1,561</a:t>
            </a:r>
          </a:p>
          <a:p>
            <a:r>
              <a:rPr dirty="0"/>
              <a:t>• Avg Sales per Order ≈ 229.9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44654315"/>
              </p:ext>
            </p:extLst>
          </p:nvPr>
        </p:nvGraphicFramePr>
        <p:xfrm>
          <a:off x="4640263" y="3019425"/>
          <a:ext cx="3941762" cy="23324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549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 dirty="0">
                          <a:effectLst/>
                        </a:rPr>
                        <a:t>Total Revenue</a:t>
                      </a:r>
                      <a:endParaRPr lang="en-IN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Average Order Value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1974618.726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197.5804208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</a:rPr>
                        <a:t>Category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COUNT IF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Adjusted Sales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Total Discounts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153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Furniture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2121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618483.2543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123516.541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Office Supplies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6026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 dirty="0">
                          <a:effectLst/>
                        </a:rPr>
                        <a:t>642642.0914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76404.9406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Technology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1847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713493.3803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122660.6527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Grand Total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9994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1974618.726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322582.1343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Segments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COUNT IF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Avg Discount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Consumer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 dirty="0">
                          <a:effectLst/>
                        </a:rPr>
                        <a:t>191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0.158141013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Corporate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3020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0.158228477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062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Home Office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1783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0.147128435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62" marR="5362" marT="5362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284D33D-74EB-4F5E-A161-25529B501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85" y="4599807"/>
            <a:ext cx="2808585" cy="2134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Sales Channel (Ship Mode) Analysis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Insights: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• First Class → Avg Sales ≈ 228.5 | Discounts ≈ 253</a:t>
            </a:r>
          </a:p>
          <a:p>
            <a:r>
              <a:rPr dirty="0"/>
              <a:t>• Same Day → Avg Sales ≈ 236.4 | Discounts ≈ 82.7</a:t>
            </a:r>
          </a:p>
          <a:p>
            <a:r>
              <a:rPr dirty="0"/>
              <a:t>• Second Class → Avg Sales ≈ 236.1 | Discounts ≈ 270</a:t>
            </a:r>
          </a:p>
          <a:p>
            <a:r>
              <a:rPr dirty="0"/>
              <a:t>• Standard Class → Avg Sales ≈ 227.6 | Discounts ≈ 955</a:t>
            </a:r>
          </a:p>
          <a:p>
            <a:endParaRPr dirty="0"/>
          </a:p>
          <a:p>
            <a:r>
              <a:rPr dirty="0"/>
              <a:t>⚠️ Standard Class dominates but has highest discount leakage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Pivot table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quarter" idx="4"/>
          </p:nvPr>
        </p:nvGraphicFramePr>
        <p:xfrm>
          <a:off x="4914900" y="3612165"/>
          <a:ext cx="3362659" cy="2318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8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7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Average of Sales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Sum of Discount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83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First Class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228.497024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253.17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83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Same 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236.3961786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82.75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7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Second Class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236.0892388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270.15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7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Standard Class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227.5830669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55.02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83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229.8580008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1561.09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&amp; Segment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By Category:</a:t>
            </a:r>
          </a:p>
          <a:p>
            <a:r>
              <a:rPr dirty="0"/>
              <a:t>• Technology ≈ 836K</a:t>
            </a:r>
          </a:p>
          <a:p>
            <a:r>
              <a:rPr dirty="0"/>
              <a:t>• Furniture ≈ 742K</a:t>
            </a:r>
          </a:p>
          <a:p>
            <a:r>
              <a:rPr dirty="0"/>
              <a:t>• Office Supplies ≈ 719K</a:t>
            </a:r>
          </a:p>
          <a:p>
            <a:endParaRPr dirty="0"/>
          </a:p>
          <a:p>
            <a:r>
              <a:rPr dirty="0"/>
              <a:t>By Segment:</a:t>
            </a:r>
          </a:p>
          <a:p>
            <a:r>
              <a:rPr dirty="0"/>
              <a:t>• Consumer ≈ 1.16M | Avg Profit ≈ 25.8</a:t>
            </a:r>
          </a:p>
          <a:p>
            <a:r>
              <a:rPr dirty="0"/>
              <a:t>• Corporate ≈ 706K | Avg Profit ≈ 30.5</a:t>
            </a:r>
          </a:p>
          <a:p>
            <a:r>
              <a:rPr dirty="0"/>
              <a:t>• Home Office ≈ 430K | Avg Profit ≈ 33.8</a:t>
            </a:r>
          </a:p>
          <a:p>
            <a:endParaRPr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</p:nvPr>
        </p:nvGraphicFramePr>
        <p:xfrm>
          <a:off x="4640262" y="2489199"/>
          <a:ext cx="3798888" cy="322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1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1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Category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66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Sum of Sales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Average of Profit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66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Furniture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741999.7953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8.69932711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66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Office Supplies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719047.032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20.32704959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821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Technology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836154.033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78.75200222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821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2297200.86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28.65689631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927100"/>
            <a:ext cx="6345238" cy="709613"/>
          </a:xfrm>
        </p:spPr>
        <p:txBody>
          <a:bodyPr/>
          <a:lstStyle/>
          <a:p>
            <a:pPr algn="ctr"/>
            <a:r>
              <a:rPr lang="en-IN" dirty="0"/>
              <a:t>Top 5 Sales  &amp; Quantity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0" y="2489200"/>
            <a:ext cx="3636963" cy="3530600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By Sales:</a:t>
            </a:r>
          </a:p>
          <a:p>
            <a:r>
              <a:rPr dirty="0"/>
              <a:t>1. Canon Copier – 61,600</a:t>
            </a:r>
          </a:p>
          <a:p>
            <a:r>
              <a:rPr dirty="0"/>
              <a:t>2. Fellowes Punch – 27,453</a:t>
            </a:r>
          </a:p>
          <a:p>
            <a:r>
              <a:rPr dirty="0"/>
              <a:t>3. Cisco </a:t>
            </a:r>
            <a:r>
              <a:rPr dirty="0" err="1"/>
              <a:t>TelePresence</a:t>
            </a:r>
            <a:r>
              <a:rPr dirty="0"/>
              <a:t> – 22,638</a:t>
            </a:r>
          </a:p>
          <a:p>
            <a:r>
              <a:rPr dirty="0"/>
              <a:t>4. HON Task Chairs – 21,871</a:t>
            </a:r>
          </a:p>
          <a:p>
            <a:r>
              <a:rPr dirty="0"/>
              <a:t>5. GBC </a:t>
            </a:r>
            <a:r>
              <a:rPr dirty="0" err="1"/>
              <a:t>DocuBind</a:t>
            </a:r>
            <a:r>
              <a:rPr dirty="0"/>
              <a:t> TL300 – 19,823</a:t>
            </a:r>
          </a:p>
          <a:p>
            <a:endParaRPr dirty="0"/>
          </a:p>
          <a:p>
            <a:r>
              <a:rPr dirty="0"/>
              <a:t>By Quantity:</a:t>
            </a:r>
          </a:p>
          <a:p>
            <a:r>
              <a:rPr dirty="0"/>
              <a:t>1. Easy-staple paper – 150</a:t>
            </a:r>
          </a:p>
          <a:p>
            <a:r>
              <a:rPr dirty="0"/>
              <a:t>2. Staple envelopes – 170</a:t>
            </a:r>
          </a:p>
          <a:p>
            <a:r>
              <a:rPr dirty="0"/>
              <a:t>3. KI Adjustable Table – 74</a:t>
            </a:r>
          </a:p>
          <a:p>
            <a:r>
              <a:rPr dirty="0"/>
              <a:t>4. Folding Chairs – 64</a:t>
            </a:r>
          </a:p>
          <a:p>
            <a:r>
              <a:rPr dirty="0"/>
              <a:t>5. GBC Covers – 67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43275" y="2247029"/>
          <a:ext cx="4924425" cy="4010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3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Sum of Quantity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Sum of Sales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Canon imageCLASS 2200 Advanced Copier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61600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Fellowes PB500 Electric Punch Plastic Comb Binding Machine with Manual Bind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27453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3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Cisco TelePresence System EX90 Videoconferencing Unit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22638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0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HON 5400 Series Task Chairs for Big and Tall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21871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GBC DocuBind TL300 Electric Binding 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19823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316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u="none" strike="noStrike">
                          <a:effectLst/>
                        </a:rPr>
                        <a:t>GBC Ibimaster 500 Manual ProClick Binding System</a:t>
                      </a:r>
                      <a:endParaRPr lang="sv-S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19025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09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Hewlett Packard LaserJet 3310 Copier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18840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3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HP Designjet T520 Inkjet Large Format Printer - 24" Color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18375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0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GBC DocuBind P400 Electric Binding 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17965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High Speed Automatic Electric Letter Opener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17030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09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269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244620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16" marR="7616" marT="7616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Qtr</a:t>
            </a:r>
            <a:r>
              <a:rPr lang="en-IN" dirty="0"/>
              <a:t>, Day Year &amp; Monthly Trends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25462" y="2400299"/>
            <a:ext cx="3817369" cy="3359151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Sales Trend Insights</a:t>
            </a:r>
            <a:endParaRPr lang="en-IN" dirty="0"/>
          </a:p>
          <a:p>
            <a:r>
              <a:rPr lang="en-IN" b="1" dirty="0"/>
              <a:t>Quarterly Trends:</a:t>
            </a:r>
            <a:r>
              <a:rPr lang="en-IN" dirty="0"/>
              <a:t> Sales peak in </a:t>
            </a:r>
            <a:r>
              <a:rPr lang="en-IN" b="1" dirty="0"/>
              <a:t>Q4 (757,940)</a:t>
            </a:r>
            <a:r>
              <a:rPr lang="en-IN" dirty="0"/>
              <a:t>, indicating strong seasonal demand during the year-end period.</a:t>
            </a:r>
          </a:p>
          <a:p>
            <a:r>
              <a:rPr lang="en-IN" b="1" dirty="0"/>
              <a:t>Monthly Trends:</a:t>
            </a:r>
            <a:r>
              <a:rPr lang="en-IN" dirty="0"/>
              <a:t> Highest sales are observed in </a:t>
            </a:r>
            <a:r>
              <a:rPr lang="en-IN" b="1" dirty="0"/>
              <a:t>March (160,914)</a:t>
            </a:r>
            <a:r>
              <a:rPr lang="en-IN" dirty="0"/>
              <a:t> and </a:t>
            </a:r>
            <a:r>
              <a:rPr lang="en-IN" b="1" dirty="0"/>
              <a:t>May (123,998)</a:t>
            </a:r>
            <a:r>
              <a:rPr lang="en-IN" dirty="0"/>
              <a:t>, suggesting seasonal or promotional uplift.</a:t>
            </a:r>
          </a:p>
          <a:p>
            <a:r>
              <a:rPr lang="en-IN" b="1" dirty="0"/>
              <a:t>Daily Trends (January):</a:t>
            </a:r>
            <a:r>
              <a:rPr lang="en-IN" dirty="0"/>
              <a:t> A sharp spike on </a:t>
            </a:r>
            <a:r>
              <a:rPr lang="en-IN" b="1" dirty="0"/>
              <a:t>18-Jan (14,552)</a:t>
            </a:r>
            <a:r>
              <a:rPr lang="en-IN" dirty="0"/>
              <a:t> highlights potential event-driven sales activity.</a:t>
            </a:r>
          </a:p>
          <a:p>
            <a:r>
              <a:rPr lang="en-IN" b="1" dirty="0"/>
              <a:t>Overall:</a:t>
            </a:r>
            <a:r>
              <a:rPr lang="en-IN" dirty="0"/>
              <a:t> The data shows a </a:t>
            </a:r>
            <a:r>
              <a:rPr lang="en-IN" b="1" dirty="0"/>
              <a:t>seasonal sales pattern</a:t>
            </a:r>
            <a:r>
              <a:rPr lang="en-IN" dirty="0"/>
              <a:t>, with steady growth through the year and a clear peak in Q4.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Trends:</a:t>
            </a:r>
          </a:p>
          <a:p>
            <a:r>
              <a:rPr dirty="0"/>
              <a:t>• Data grouped by Month &amp; Quarter</a:t>
            </a:r>
          </a:p>
          <a:p>
            <a:r>
              <a:rPr dirty="0"/>
              <a:t>• Seasonal peaks visible in Q4</a:t>
            </a:r>
          </a:p>
          <a:p>
            <a:r>
              <a:rPr dirty="0"/>
              <a:t>• Technology shows fastest growth</a:t>
            </a:r>
          </a:p>
          <a:p>
            <a:endParaRPr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6432" y="4666729"/>
            <a:ext cx="1480343" cy="1941434"/>
          </a:xfrm>
        </p:spPr>
      </p:pic>
      <p:graphicFrame>
        <p:nvGraphicFramePr>
          <p:cNvPr id="11" name="Chart 10"/>
          <p:cNvGraphicFramePr/>
          <p:nvPr/>
        </p:nvGraphicFramePr>
        <p:xfrm>
          <a:off x="4640581" y="2489203"/>
          <a:ext cx="3634740" cy="2430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What-If Analysis &amp; Goal Seek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/>
              <a:t>Scenario Manager:</a:t>
            </a:r>
          </a:p>
          <a:p>
            <a:r>
              <a:rPr dirty="0"/>
              <a:t>• 10% Sales Increase → Revenue ≈ 2.53M</a:t>
            </a:r>
          </a:p>
          <a:p>
            <a:r>
              <a:rPr dirty="0"/>
              <a:t>• 5% Discount Reduction → Improved profit margins</a:t>
            </a:r>
          </a:p>
          <a:p>
            <a:endParaRPr dirty="0"/>
          </a:p>
          <a:p>
            <a:r>
              <a:rPr dirty="0"/>
              <a:t>Goal Seek:</a:t>
            </a:r>
          </a:p>
          <a:p>
            <a:r>
              <a:rPr dirty="0"/>
              <a:t>• Target Profit = 200,000 → Sales Factor ≈ 7.63x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Screenshot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1" y="3002170"/>
            <a:ext cx="3642092" cy="30176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FCAEFE-76D2-4FA8-A078-854EC577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– Sales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CF935-54BB-427E-A3A7-1EBB16755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326040-574C-4B68-95A4-F7BFEBBA6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7464"/>
            <a:ext cx="9144000" cy="476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55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140" y="715010"/>
            <a:ext cx="6529070" cy="1172845"/>
          </a:xfrm>
        </p:spPr>
        <p:txBody>
          <a:bodyPr/>
          <a:lstStyle/>
          <a:p>
            <a:r>
              <a:rPr dirty="0"/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39" y="2489200"/>
            <a:ext cx="6058235" cy="35306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 Key Insights:</a:t>
            </a:r>
          </a:p>
          <a:p>
            <a:r>
              <a:rPr dirty="0"/>
              <a:t>• Technology drives highest sales</a:t>
            </a:r>
          </a:p>
          <a:p>
            <a:r>
              <a:rPr dirty="0"/>
              <a:t>• Standard Class = most used, but discount-heavy</a:t>
            </a:r>
          </a:p>
          <a:p>
            <a:r>
              <a:rPr dirty="0"/>
              <a:t>• Corporate &amp; Home Office deliver higher profit margins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 Recommendations:</a:t>
            </a:r>
          </a:p>
          <a:p>
            <a:r>
              <a:rPr dirty="0"/>
              <a:t>• Reduce discounting in Consumer segment</a:t>
            </a:r>
          </a:p>
          <a:p>
            <a:r>
              <a:rPr dirty="0"/>
              <a:t>• Focus promotions on Office Supplies</a:t>
            </a:r>
          </a:p>
          <a:p>
            <a:r>
              <a:rPr dirty="0"/>
              <a:t>• Protect margins in Technology sales</a:t>
            </a:r>
          </a:p>
          <a:p>
            <a:r>
              <a:rPr dirty="0"/>
              <a:t>• Leverage Q4 seasonal peaks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Pivot &amp; Macros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3975" y="2571110"/>
            <a:ext cx="6115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Product &amp; Customer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Linked Sales table with Product &amp; Customer 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calculated columns (Profit Margin, Adjusted Sales)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PivotTables from the data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403813"/>
            <a:ext cx="5410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Summary:</a:t>
            </a:r>
          </a:p>
          <a:p>
            <a:r>
              <a:rPr lang="en-US" dirty="0"/>
              <a:t>• Cleaned &amp; analyzed dataset</a:t>
            </a:r>
          </a:p>
          <a:p>
            <a:r>
              <a:rPr lang="en-US" dirty="0"/>
              <a:t>• Built KPIs, Pivots, and interactive Dashboard</a:t>
            </a:r>
          </a:p>
          <a:p>
            <a:r>
              <a:rPr lang="en-US" dirty="0"/>
              <a:t>• Simulated What-If &amp; Goal Seek scenarios</a:t>
            </a:r>
          </a:p>
          <a:p>
            <a:r>
              <a:rPr lang="en-US" dirty="0"/>
              <a:t>• Automated tasks with Macros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28</TotalTime>
  <Words>929</Words>
  <Application>Microsoft Office PowerPoint</Application>
  <PresentationFormat>On-screen Show (4:3)</PresentationFormat>
  <Paragraphs>223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 3</vt:lpstr>
      <vt:lpstr>Ion Boardroom</vt:lpstr>
      <vt:lpstr>Sales Dataset Analysis – Advanced Excel Project</vt:lpstr>
      <vt:lpstr>Project Overview &amp; Objectives</vt:lpstr>
      <vt:lpstr>Dataset Overview</vt:lpstr>
      <vt:lpstr>Data cleaning process</vt:lpstr>
      <vt:lpstr>Data cleaned using Formulaes</vt:lpstr>
      <vt:lpstr>Key Performance Indicators (KPIs)</vt:lpstr>
      <vt:lpstr>Sales Channel (Ship Mode) Analysis</vt:lpstr>
      <vt:lpstr>Category &amp; Segment Analysis</vt:lpstr>
      <vt:lpstr>Top 5 Sales  &amp; Quantity</vt:lpstr>
      <vt:lpstr>Qtr, Day Year &amp; Monthly Trends</vt:lpstr>
      <vt:lpstr>Time Trend Analysis</vt:lpstr>
      <vt:lpstr>What-If Analysis &amp; Goal Seek</vt:lpstr>
      <vt:lpstr>Dashboard – Sales Analysis</vt:lpstr>
      <vt:lpstr>Insights &amp; Recommendations</vt:lpstr>
      <vt:lpstr>Power Pivot &amp; Macros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Dataset Analysis – Advanced Excel Project</dc:title>
  <dc:creator>lalitha Raj</dc:creator>
  <dc:description>generated using python-pptx</dc:description>
  <cp:lastModifiedBy>lalitha Raj</cp:lastModifiedBy>
  <cp:revision>10</cp:revision>
  <dcterms:created xsi:type="dcterms:W3CDTF">2013-01-27T09:14:00Z</dcterms:created>
  <dcterms:modified xsi:type="dcterms:W3CDTF">2026-01-12T10:36:06Z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88078B5879B94AA89A562F5FC664DF3C_12</vt:lpwstr>
  </property>
  <property fmtid="{D5CDD505-2E9C-101B-9397-08002B2CF9AE}" pid="3" name="KSOProductBuildVer">
    <vt:lpwstr>1033-12.2.0.23196</vt:lpwstr>
  </property>
</Properties>
</file>