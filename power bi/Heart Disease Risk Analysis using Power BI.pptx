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4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0E35"/>
    <a:srgbClr val="FDFDFD"/>
    <a:srgbClr val="CD5656"/>
    <a:srgbClr val="AF3E3E"/>
    <a:srgbClr val="604652"/>
    <a:srgbClr val="ECA6A6"/>
    <a:srgbClr val="F0F1C5"/>
    <a:srgbClr val="99FFCC"/>
    <a:srgbClr val="FAE3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75" autoAdjust="0"/>
  </p:normalViewPr>
  <p:slideViewPr>
    <p:cSldViewPr snapToGrid="0">
      <p:cViewPr varScale="1">
        <p:scale>
          <a:sx n="80" d="100"/>
          <a:sy n="80" d="100"/>
        </p:scale>
        <p:origin x="7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itha Raj" userId="012fbc4aaa1b6537" providerId="LiveId" clId="{5A64F062-11B5-45CD-BC93-6350B0FFBF78}"/>
    <pc:docChg chg="undo redo custSel addSld delSld modSld sldOrd modMainMaster">
      <pc:chgData name="lalitha Raj" userId="012fbc4aaa1b6537" providerId="LiveId" clId="{5A64F062-11B5-45CD-BC93-6350B0FFBF78}" dt="2026-01-04T15:57:28.326" v="3004" actId="14100"/>
      <pc:docMkLst>
        <pc:docMk/>
      </pc:docMkLst>
      <pc:sldChg chg="addSp delSp modSp mod setBg modAnim chgLayout">
        <pc:chgData name="lalitha Raj" userId="012fbc4aaa1b6537" providerId="LiveId" clId="{5A64F062-11B5-45CD-BC93-6350B0FFBF78}" dt="2026-01-04T15:49:42.064" v="2915" actId="14100"/>
        <pc:sldMkLst>
          <pc:docMk/>
          <pc:sldMk cId="991039258" sldId="256"/>
        </pc:sldMkLst>
        <pc:spChg chg="mod ord">
          <ac:chgData name="lalitha Raj" userId="012fbc4aaa1b6537" providerId="LiveId" clId="{5A64F062-11B5-45CD-BC93-6350B0FFBF78}" dt="2026-01-04T13:40:35.123" v="1930" actId="13926"/>
          <ac:spMkLst>
            <pc:docMk/>
            <pc:sldMk cId="991039258" sldId="256"/>
            <ac:spMk id="2" creationId="{C593A221-E455-4FB7-998E-F32CDB05DFED}"/>
          </ac:spMkLst>
        </pc:spChg>
        <pc:spChg chg="mod ord">
          <ac:chgData name="lalitha Raj" userId="012fbc4aaa1b6537" providerId="LiveId" clId="{5A64F062-11B5-45CD-BC93-6350B0FFBF78}" dt="2025-12-27T10:33:39.561" v="1171"/>
          <ac:spMkLst>
            <pc:docMk/>
            <pc:sldMk cId="991039258" sldId="256"/>
            <ac:spMk id="4" creationId="{D7655D61-46E8-4067-8505-D18C528373AB}"/>
          </ac:spMkLst>
        </pc:spChg>
        <pc:spChg chg="add mod">
          <ac:chgData name="lalitha Raj" userId="012fbc4aaa1b6537" providerId="LiveId" clId="{5A64F062-11B5-45CD-BC93-6350B0FFBF78}" dt="2025-12-27T10:45:20.193" v="1333" actId="1076"/>
          <ac:spMkLst>
            <pc:docMk/>
            <pc:sldMk cId="991039258" sldId="256"/>
            <ac:spMk id="6" creationId="{A67DF472-C81A-4936-A4CC-6A3766073787}"/>
          </ac:spMkLst>
        </pc:spChg>
        <pc:graphicFrameChg chg="add mod modGraphic">
          <ac:chgData name="lalitha Raj" userId="012fbc4aaa1b6537" providerId="LiveId" clId="{5A64F062-11B5-45CD-BC93-6350B0FFBF78}" dt="2026-01-04T15:49:42.064" v="2915" actId="14100"/>
          <ac:graphicFrameMkLst>
            <pc:docMk/>
            <pc:sldMk cId="991039258" sldId="256"/>
            <ac:graphicFrameMk id="15" creationId="{F58E08C0-DF44-437B-B5E5-8B89E43996EC}"/>
          </ac:graphicFrameMkLst>
        </pc:graphicFrameChg>
        <pc:picChg chg="add del mod">
          <ac:chgData name="lalitha Raj" userId="012fbc4aaa1b6537" providerId="LiveId" clId="{5A64F062-11B5-45CD-BC93-6350B0FFBF78}" dt="2025-12-27T09:33:58.880" v="464" actId="478"/>
          <ac:picMkLst>
            <pc:docMk/>
            <pc:sldMk cId="991039258" sldId="256"/>
            <ac:picMk id="5" creationId="{77A509F2-7CC0-4204-913D-0D43DDADC87A}"/>
          </ac:picMkLst>
        </pc:picChg>
        <pc:picChg chg="add del mod">
          <ac:chgData name="lalitha Raj" userId="012fbc4aaa1b6537" providerId="LiveId" clId="{5A64F062-11B5-45CD-BC93-6350B0FFBF78}" dt="2025-12-27T09:40:03.456" v="517" actId="478"/>
          <ac:picMkLst>
            <pc:docMk/>
            <pc:sldMk cId="991039258" sldId="256"/>
            <ac:picMk id="8" creationId="{13FEAF4E-ABA3-42C5-98B7-9EACB115C113}"/>
          </ac:picMkLst>
        </pc:picChg>
        <pc:picChg chg="add del mod ord">
          <ac:chgData name="lalitha Raj" userId="012fbc4aaa1b6537" providerId="LiveId" clId="{5A64F062-11B5-45CD-BC93-6350B0FFBF78}" dt="2025-12-27T09:58:02.702" v="862" actId="931"/>
          <ac:picMkLst>
            <pc:docMk/>
            <pc:sldMk cId="991039258" sldId="256"/>
            <ac:picMk id="10" creationId="{F1D7E679-5D1C-4027-B467-BE42CA7E9D12}"/>
          </ac:picMkLst>
        </pc:picChg>
        <pc:picChg chg="add del mod">
          <ac:chgData name="lalitha Raj" userId="012fbc4aaa1b6537" providerId="LiveId" clId="{5A64F062-11B5-45CD-BC93-6350B0FFBF78}" dt="2025-12-27T10:02:15.665" v="903" actId="478"/>
          <ac:picMkLst>
            <pc:docMk/>
            <pc:sldMk cId="991039258" sldId="256"/>
            <ac:picMk id="12" creationId="{CDC2EBD3-069A-4134-9729-14234C92E55D}"/>
          </ac:picMkLst>
        </pc:picChg>
        <pc:picChg chg="add del mod">
          <ac:chgData name="lalitha Raj" userId="012fbc4aaa1b6537" providerId="LiveId" clId="{5A64F062-11B5-45CD-BC93-6350B0FFBF78}" dt="2025-12-27T10:03:01.036" v="911" actId="478"/>
          <ac:picMkLst>
            <pc:docMk/>
            <pc:sldMk cId="991039258" sldId="256"/>
            <ac:picMk id="14" creationId="{AAEDD1EC-A076-4B13-AD28-A882E28DFBAC}"/>
          </ac:picMkLst>
        </pc:picChg>
      </pc:sldChg>
      <pc:sldChg chg="addSp delSp modSp mod setBg modClrScheme modAnim chgLayout">
        <pc:chgData name="lalitha Raj" userId="012fbc4aaa1b6537" providerId="LiveId" clId="{5A64F062-11B5-45CD-BC93-6350B0FFBF78}" dt="2026-01-04T15:43:33.165" v="2892" actId="113"/>
        <pc:sldMkLst>
          <pc:docMk/>
          <pc:sldMk cId="2481831944" sldId="257"/>
        </pc:sldMkLst>
        <pc:spChg chg="mod ord">
          <ac:chgData name="lalitha Raj" userId="012fbc4aaa1b6537" providerId="LiveId" clId="{5A64F062-11B5-45CD-BC93-6350B0FFBF78}" dt="2025-12-27T11:23:31.335" v="1685" actId="1076"/>
          <ac:spMkLst>
            <pc:docMk/>
            <pc:sldMk cId="2481831944" sldId="257"/>
            <ac:spMk id="2" creationId="{23C03AA3-F861-451A-882E-E546360F0275}"/>
          </ac:spMkLst>
        </pc:spChg>
        <pc:spChg chg="add del mod ord">
          <ac:chgData name="lalitha Raj" userId="012fbc4aaa1b6537" providerId="LiveId" clId="{5A64F062-11B5-45CD-BC93-6350B0FFBF78}" dt="2025-12-27T10:17:07.165" v="970" actId="700"/>
          <ac:spMkLst>
            <pc:docMk/>
            <pc:sldMk cId="2481831944" sldId="257"/>
            <ac:spMk id="3" creationId="{2301F1F6-C999-48C8-9091-FB6AA5A7801B}"/>
          </ac:spMkLst>
        </pc:spChg>
        <pc:spChg chg="add del mod">
          <ac:chgData name="lalitha Raj" userId="012fbc4aaa1b6537" providerId="LiveId" clId="{5A64F062-11B5-45CD-BC93-6350B0FFBF78}" dt="2025-12-24T09:49:17.719" v="367" actId="22"/>
          <ac:spMkLst>
            <pc:docMk/>
            <pc:sldMk cId="2481831944" sldId="257"/>
            <ac:spMk id="3" creationId="{D346F4B3-D65B-4F22-92CD-15DFA3CFAE81}"/>
          </ac:spMkLst>
        </pc:spChg>
        <pc:spChg chg="add del mod ord">
          <ac:chgData name="lalitha Raj" userId="012fbc4aaa1b6537" providerId="LiveId" clId="{5A64F062-11B5-45CD-BC93-6350B0FFBF78}" dt="2025-12-27T11:19:52.008" v="1663" actId="478"/>
          <ac:spMkLst>
            <pc:docMk/>
            <pc:sldMk cId="2481831944" sldId="257"/>
            <ac:spMk id="4" creationId="{C897CABA-C22D-4861-A09E-7BF1E9DED293}"/>
          </ac:spMkLst>
        </pc:spChg>
        <pc:spChg chg="add del">
          <ac:chgData name="lalitha Raj" userId="012fbc4aaa1b6537" providerId="LiveId" clId="{5A64F062-11B5-45CD-BC93-6350B0FFBF78}" dt="2025-12-24T09:43:40.539" v="195" actId="22"/>
          <ac:spMkLst>
            <pc:docMk/>
            <pc:sldMk cId="2481831944" sldId="257"/>
            <ac:spMk id="7" creationId="{4643AD7E-CE50-481D-9E81-A5E5CBD01551}"/>
          </ac:spMkLst>
        </pc:spChg>
        <pc:spChg chg="add del mod">
          <ac:chgData name="lalitha Raj" userId="012fbc4aaa1b6537" providerId="LiveId" clId="{5A64F062-11B5-45CD-BC93-6350B0FFBF78}" dt="2025-12-27T11:19:35.986" v="1656" actId="22"/>
          <ac:spMkLst>
            <pc:docMk/>
            <pc:sldMk cId="2481831944" sldId="257"/>
            <ac:spMk id="8" creationId="{50CEB2E4-34DA-41D0-9CC8-86FE7741D435}"/>
          </ac:spMkLst>
        </pc:spChg>
        <pc:spChg chg="add del">
          <ac:chgData name="lalitha Raj" userId="012fbc4aaa1b6537" providerId="LiveId" clId="{5A64F062-11B5-45CD-BC93-6350B0FFBF78}" dt="2025-12-27T11:19:39.891" v="1660" actId="22"/>
          <ac:spMkLst>
            <pc:docMk/>
            <pc:sldMk cId="2481831944" sldId="257"/>
            <ac:spMk id="10" creationId="{A9F90C84-ED48-4D86-9C6B-0E5E746AA8B6}"/>
          </ac:spMkLst>
        </pc:spChg>
        <pc:spChg chg="add del">
          <ac:chgData name="lalitha Raj" userId="012fbc4aaa1b6537" providerId="LiveId" clId="{5A64F062-11B5-45CD-BC93-6350B0FFBF78}" dt="2025-12-24T10:32:40.211" v="376" actId="22"/>
          <ac:spMkLst>
            <pc:docMk/>
            <pc:sldMk cId="2481831944" sldId="257"/>
            <ac:spMk id="11" creationId="{F5387023-673A-429F-9925-FECBD47D5A1C}"/>
          </ac:spMkLst>
        </pc:spChg>
        <pc:spChg chg="add mod">
          <ac:chgData name="lalitha Raj" userId="012fbc4aaa1b6537" providerId="LiveId" clId="{5A64F062-11B5-45CD-BC93-6350B0FFBF78}" dt="2026-01-04T15:43:33.165" v="2892" actId="113"/>
          <ac:spMkLst>
            <pc:docMk/>
            <pc:sldMk cId="2481831944" sldId="257"/>
            <ac:spMk id="12" creationId="{EEE96FD2-3DC6-471C-9ABD-692DF2D813AA}"/>
          </ac:spMkLst>
        </pc:spChg>
        <pc:spChg chg="add mod">
          <ac:chgData name="lalitha Raj" userId="012fbc4aaa1b6537" providerId="LiveId" clId="{5A64F062-11B5-45CD-BC93-6350B0FFBF78}" dt="2025-12-27T11:43:11.518" v="1839" actId="13926"/>
          <ac:spMkLst>
            <pc:docMk/>
            <pc:sldMk cId="2481831944" sldId="257"/>
            <ac:spMk id="13" creationId="{78A7CB61-A6E0-4F64-9D54-32A8E1A4A00B}"/>
          </ac:spMkLst>
        </pc:spChg>
        <pc:spChg chg="add del mod ord">
          <ac:chgData name="lalitha Raj" userId="012fbc4aaa1b6537" providerId="LiveId" clId="{5A64F062-11B5-45CD-BC93-6350B0FFBF78}" dt="2025-12-24T10:33:22.949" v="386" actId="700"/>
          <ac:spMkLst>
            <pc:docMk/>
            <pc:sldMk cId="2481831944" sldId="257"/>
            <ac:spMk id="14" creationId="{B410D029-46E4-4397-940E-1147285FDA6E}"/>
          </ac:spMkLst>
        </pc:spChg>
        <pc:graphicFrameChg chg="add mod">
          <ac:chgData name="lalitha Raj" userId="012fbc4aaa1b6537" providerId="LiveId" clId="{5A64F062-11B5-45CD-BC93-6350B0FFBF78}" dt="2026-01-04T14:11:38.377" v="2172" actId="1076"/>
          <ac:graphicFrameMkLst>
            <pc:docMk/>
            <pc:sldMk cId="2481831944" sldId="257"/>
            <ac:graphicFrameMk id="3" creationId="{B9385929-5F78-49F4-91EE-ED787D01805F}"/>
          </ac:graphicFrameMkLst>
        </pc:graphicFrameChg>
        <pc:picChg chg="add del mod ord">
          <ac:chgData name="lalitha Raj" userId="012fbc4aaa1b6537" providerId="LiveId" clId="{5A64F062-11B5-45CD-BC93-6350B0FFBF78}" dt="2025-12-24T09:43:23.696" v="190" actId="22"/>
          <ac:picMkLst>
            <pc:docMk/>
            <pc:sldMk cId="2481831944" sldId="257"/>
            <ac:picMk id="5" creationId="{34DD58E0-1E08-4F37-A07E-2A66CE3054C0}"/>
          </ac:picMkLst>
        </pc:picChg>
        <pc:picChg chg="add mod ord">
          <ac:chgData name="lalitha Raj" userId="012fbc4aaa1b6537" providerId="LiveId" clId="{5A64F062-11B5-45CD-BC93-6350B0FFBF78}" dt="2025-12-27T11:24:03.537" v="1690" actId="1076"/>
          <ac:picMkLst>
            <pc:docMk/>
            <pc:sldMk cId="2481831944" sldId="257"/>
            <ac:picMk id="9" creationId="{37B3185A-A650-4340-8F7E-32B94229D3A9}"/>
          </ac:picMkLst>
        </pc:picChg>
      </pc:sldChg>
      <pc:sldChg chg="addSp delSp modSp new del mod chgLayout">
        <pc:chgData name="lalitha Raj" userId="012fbc4aaa1b6537" providerId="LiveId" clId="{5A64F062-11B5-45CD-BC93-6350B0FFBF78}" dt="2025-12-27T10:18:37.410" v="984" actId="680"/>
        <pc:sldMkLst>
          <pc:docMk/>
          <pc:sldMk cId="3837354595" sldId="258"/>
        </pc:sldMkLst>
        <pc:spChg chg="add del">
          <ac:chgData name="lalitha Raj" userId="012fbc4aaa1b6537" providerId="LiveId" clId="{5A64F062-11B5-45CD-BC93-6350B0FFBF78}" dt="2025-12-27T10:18:34.740" v="983" actId="700"/>
          <ac:spMkLst>
            <pc:docMk/>
            <pc:sldMk cId="3837354595" sldId="258"/>
            <ac:spMk id="2" creationId="{67DD6BE7-53F9-42D2-BFFC-222753E95051}"/>
          </ac:spMkLst>
        </pc:spChg>
        <pc:spChg chg="add del">
          <ac:chgData name="lalitha Raj" userId="012fbc4aaa1b6537" providerId="LiveId" clId="{5A64F062-11B5-45CD-BC93-6350B0FFBF78}" dt="2025-12-27T10:18:34.740" v="983" actId="700"/>
          <ac:spMkLst>
            <pc:docMk/>
            <pc:sldMk cId="3837354595" sldId="258"/>
            <ac:spMk id="3" creationId="{C82CE0B6-6792-4934-949D-61523D8412EB}"/>
          </ac:spMkLst>
        </pc:spChg>
        <pc:spChg chg="add del mod ord">
          <ac:chgData name="lalitha Raj" userId="012fbc4aaa1b6537" providerId="LiveId" clId="{5A64F062-11B5-45CD-BC93-6350B0FFBF78}" dt="2025-12-27T10:18:34.740" v="983" actId="700"/>
          <ac:spMkLst>
            <pc:docMk/>
            <pc:sldMk cId="3837354595" sldId="258"/>
            <ac:spMk id="4" creationId="{DD15D24F-F078-4F60-A700-D54F25C95C21}"/>
          </ac:spMkLst>
        </pc:spChg>
        <pc:spChg chg="add del mod ord">
          <ac:chgData name="lalitha Raj" userId="012fbc4aaa1b6537" providerId="LiveId" clId="{5A64F062-11B5-45CD-BC93-6350B0FFBF78}" dt="2025-12-27T10:18:34.740" v="983" actId="700"/>
          <ac:spMkLst>
            <pc:docMk/>
            <pc:sldMk cId="3837354595" sldId="258"/>
            <ac:spMk id="5" creationId="{29C755EF-BC2B-4661-8ABD-BA6555C10A8A}"/>
          </ac:spMkLst>
        </pc:spChg>
      </pc:sldChg>
      <pc:sldChg chg="addSp delSp modSp new mod setBg modAnim chgLayout">
        <pc:chgData name="lalitha Raj" userId="012fbc4aaa1b6537" providerId="LiveId" clId="{5A64F062-11B5-45CD-BC93-6350B0FFBF78}" dt="2026-01-04T15:49:51.780" v="2918" actId="1076"/>
        <pc:sldMkLst>
          <pc:docMk/>
          <pc:sldMk cId="4054827090" sldId="258"/>
        </pc:sldMkLst>
        <pc:spChg chg="del">
          <ac:chgData name="lalitha Raj" userId="012fbc4aaa1b6537" providerId="LiveId" clId="{5A64F062-11B5-45CD-BC93-6350B0FFBF78}" dt="2025-12-27T10:19:07.766" v="986" actId="700"/>
          <ac:spMkLst>
            <pc:docMk/>
            <pc:sldMk cId="4054827090" sldId="258"/>
            <ac:spMk id="2" creationId="{A99DCA78-A85C-444E-B829-BC5D9856D078}"/>
          </ac:spMkLst>
        </pc:spChg>
        <pc:spChg chg="del">
          <ac:chgData name="lalitha Raj" userId="012fbc4aaa1b6537" providerId="LiveId" clId="{5A64F062-11B5-45CD-BC93-6350B0FFBF78}" dt="2025-12-27T10:19:07.766" v="986" actId="700"/>
          <ac:spMkLst>
            <pc:docMk/>
            <pc:sldMk cId="4054827090" sldId="258"/>
            <ac:spMk id="3" creationId="{1F934D9E-18E5-4B43-9606-FC5DDE8B7377}"/>
          </ac:spMkLst>
        </pc:spChg>
        <pc:spChg chg="add mod ord">
          <ac:chgData name="lalitha Raj" userId="012fbc4aaa1b6537" providerId="LiveId" clId="{5A64F062-11B5-45CD-BC93-6350B0FFBF78}" dt="2026-01-04T15:40:30.919" v="2876" actId="113"/>
          <ac:spMkLst>
            <pc:docMk/>
            <pc:sldMk cId="4054827090" sldId="258"/>
            <ac:spMk id="4" creationId="{BE0B19A0-B51D-4563-856D-3041AF51D059}"/>
          </ac:spMkLst>
        </pc:spChg>
        <pc:spChg chg="add mod ord">
          <ac:chgData name="lalitha Raj" userId="012fbc4aaa1b6537" providerId="LiveId" clId="{5A64F062-11B5-45CD-BC93-6350B0FFBF78}" dt="2026-01-04T15:43:19.818" v="2891" actId="13926"/>
          <ac:spMkLst>
            <pc:docMk/>
            <pc:sldMk cId="4054827090" sldId="258"/>
            <ac:spMk id="5" creationId="{F70784CD-F715-4779-978A-702B6DCA0276}"/>
          </ac:spMkLst>
        </pc:spChg>
        <pc:graphicFrameChg chg="add mod">
          <ac:chgData name="lalitha Raj" userId="012fbc4aaa1b6537" providerId="LiveId" clId="{5A64F062-11B5-45CD-BC93-6350B0FFBF78}" dt="2026-01-04T15:49:51.780" v="2918" actId="1076"/>
          <ac:graphicFrameMkLst>
            <pc:docMk/>
            <pc:sldMk cId="4054827090" sldId="258"/>
            <ac:graphicFrameMk id="7" creationId="{9C8F679B-780D-4E4F-94F5-5D8E5DAB322D}"/>
          </ac:graphicFrameMkLst>
        </pc:graphicFrameChg>
        <pc:picChg chg="add del mod">
          <ac:chgData name="lalitha Raj" userId="012fbc4aaa1b6537" providerId="LiveId" clId="{5A64F062-11B5-45CD-BC93-6350B0FFBF78}" dt="2025-12-27T10:51:47.423" v="1390" actId="21"/>
          <ac:picMkLst>
            <pc:docMk/>
            <pc:sldMk cId="4054827090" sldId="258"/>
            <ac:picMk id="6" creationId="{C5670F78-EF16-4F80-B46E-867E615863A1}"/>
          </ac:picMkLst>
        </pc:picChg>
      </pc:sldChg>
      <pc:sldChg chg="addSp delSp modSp new mod modClrScheme modAnim chgLayout">
        <pc:chgData name="lalitha Raj" userId="012fbc4aaa1b6537" providerId="LiveId" clId="{5A64F062-11B5-45CD-BC93-6350B0FFBF78}" dt="2026-01-04T15:50:07.611" v="2922" actId="1076"/>
        <pc:sldMkLst>
          <pc:docMk/>
          <pc:sldMk cId="4167379537" sldId="259"/>
        </pc:sldMkLst>
        <pc:spChg chg="mod ord">
          <ac:chgData name="lalitha Raj" userId="012fbc4aaa1b6537" providerId="LiveId" clId="{5A64F062-11B5-45CD-BC93-6350B0FFBF78}" dt="2026-01-04T13:41:17.102" v="1934" actId="13926"/>
          <ac:spMkLst>
            <pc:docMk/>
            <pc:sldMk cId="4167379537" sldId="259"/>
            <ac:spMk id="2" creationId="{69454C3A-EBF2-4EC5-8950-8F4413BCA1B0}"/>
          </ac:spMkLst>
        </pc:spChg>
        <pc:spChg chg="add del mod">
          <ac:chgData name="lalitha Raj" userId="012fbc4aaa1b6537" providerId="LiveId" clId="{5A64F062-11B5-45CD-BC93-6350B0FFBF78}" dt="2025-12-27T11:03:41.495" v="1549" actId="478"/>
          <ac:spMkLst>
            <pc:docMk/>
            <pc:sldMk cId="4167379537" sldId="259"/>
            <ac:spMk id="3" creationId="{F738B3C4-A109-4494-9389-A6860F8D25C9}"/>
          </ac:spMkLst>
        </pc:spChg>
        <pc:spChg chg="add del mod ord">
          <ac:chgData name="lalitha Raj" userId="012fbc4aaa1b6537" providerId="LiveId" clId="{5A64F062-11B5-45CD-BC93-6350B0FFBF78}" dt="2025-12-27T10:57:32.466" v="1412" actId="700"/>
          <ac:spMkLst>
            <pc:docMk/>
            <pc:sldMk cId="4167379537" sldId="259"/>
            <ac:spMk id="4" creationId="{FF72B308-1B46-4B0F-A2A7-219C099FE173}"/>
          </ac:spMkLst>
        </pc:spChg>
        <pc:spChg chg="add del mod">
          <ac:chgData name="lalitha Raj" userId="012fbc4aaa1b6537" providerId="LiveId" clId="{5A64F062-11B5-45CD-BC93-6350B0FFBF78}" dt="2025-12-27T11:03:56.072" v="1550" actId="700"/>
          <ac:spMkLst>
            <pc:docMk/>
            <pc:sldMk cId="4167379537" sldId="259"/>
            <ac:spMk id="6" creationId="{A3A42CB4-72FF-4B2B-A617-0F4D6A5B54FD}"/>
          </ac:spMkLst>
        </pc:spChg>
        <pc:spChg chg="add mod">
          <ac:chgData name="lalitha Raj" userId="012fbc4aaa1b6537" providerId="LiveId" clId="{5A64F062-11B5-45CD-BC93-6350B0FFBF78}" dt="2026-01-04T15:43:51.142" v="2893" actId="255"/>
          <ac:spMkLst>
            <pc:docMk/>
            <pc:sldMk cId="4167379537" sldId="259"/>
            <ac:spMk id="8" creationId="{736D5104-D8D4-4514-9301-27F4C75579DC}"/>
          </ac:spMkLst>
        </pc:spChg>
        <pc:graphicFrameChg chg="add mod modGraphic">
          <ac:chgData name="lalitha Raj" userId="012fbc4aaa1b6537" providerId="LiveId" clId="{5A64F062-11B5-45CD-BC93-6350B0FFBF78}" dt="2026-01-04T15:50:07.611" v="2922" actId="1076"/>
          <ac:graphicFrameMkLst>
            <pc:docMk/>
            <pc:sldMk cId="4167379537" sldId="259"/>
            <ac:graphicFrameMk id="11" creationId="{8BCFDDD4-76FE-4042-88E5-E25F6B2E3CAA}"/>
          </ac:graphicFrameMkLst>
        </pc:graphicFrameChg>
        <pc:picChg chg="add mod">
          <ac:chgData name="lalitha Raj" userId="012fbc4aaa1b6537" providerId="LiveId" clId="{5A64F062-11B5-45CD-BC93-6350B0FFBF78}" dt="2026-01-04T15:50:02.213" v="2919" actId="1076"/>
          <ac:picMkLst>
            <pc:docMk/>
            <pc:sldMk cId="4167379537" sldId="259"/>
            <ac:picMk id="10" creationId="{9DEFB1AB-C7FC-4DCB-AD11-B713A111FF46}"/>
          </ac:picMkLst>
        </pc:picChg>
      </pc:sldChg>
      <pc:sldChg chg="addSp delSp modSp new mod modClrScheme modAnim chgLayout">
        <pc:chgData name="lalitha Raj" userId="012fbc4aaa1b6537" providerId="LiveId" clId="{5A64F062-11B5-45CD-BC93-6350B0FFBF78}" dt="2026-01-04T15:54:08.655" v="2947" actId="1440"/>
        <pc:sldMkLst>
          <pc:docMk/>
          <pc:sldMk cId="2274678421" sldId="260"/>
        </pc:sldMkLst>
        <pc:spChg chg="del">
          <ac:chgData name="lalitha Raj" userId="012fbc4aaa1b6537" providerId="LiveId" clId="{5A64F062-11B5-45CD-BC93-6350B0FFBF78}" dt="2025-12-27T11:30:51.467" v="1714" actId="700"/>
          <ac:spMkLst>
            <pc:docMk/>
            <pc:sldMk cId="2274678421" sldId="260"/>
            <ac:spMk id="2" creationId="{3172828D-BAB4-4A71-AD5C-1C236ECA06A8}"/>
          </ac:spMkLst>
        </pc:spChg>
        <pc:spChg chg="add del mod ord">
          <ac:chgData name="lalitha Raj" userId="012fbc4aaa1b6537" providerId="LiveId" clId="{5A64F062-11B5-45CD-BC93-6350B0FFBF78}" dt="2026-01-04T13:23:03.523" v="1851" actId="700"/>
          <ac:spMkLst>
            <pc:docMk/>
            <pc:sldMk cId="2274678421" sldId="260"/>
            <ac:spMk id="2" creationId="{E61CFC6A-A4D6-4449-9DC2-607CBFF431DD}"/>
          </ac:spMkLst>
        </pc:spChg>
        <pc:spChg chg="add del mod ord">
          <ac:chgData name="lalitha Raj" userId="012fbc4aaa1b6537" providerId="LiveId" clId="{5A64F062-11B5-45CD-BC93-6350B0FFBF78}" dt="2026-01-04T13:23:03.523" v="1851" actId="700"/>
          <ac:spMkLst>
            <pc:docMk/>
            <pc:sldMk cId="2274678421" sldId="260"/>
            <ac:spMk id="3" creationId="{D0C43527-26DB-4F94-BB2D-A0EE4B0B212F}"/>
          </ac:spMkLst>
        </pc:spChg>
        <pc:spChg chg="del">
          <ac:chgData name="lalitha Raj" userId="012fbc4aaa1b6537" providerId="LiveId" clId="{5A64F062-11B5-45CD-BC93-6350B0FFBF78}" dt="2025-12-27T11:30:51.467" v="1714" actId="700"/>
          <ac:spMkLst>
            <pc:docMk/>
            <pc:sldMk cId="2274678421" sldId="260"/>
            <ac:spMk id="3" creationId="{D962954D-3592-4B8D-8C3F-ACC5B4AB6CFC}"/>
          </ac:spMkLst>
        </pc:spChg>
        <pc:spChg chg="add del mod ord">
          <ac:chgData name="lalitha Raj" userId="012fbc4aaa1b6537" providerId="LiveId" clId="{5A64F062-11B5-45CD-BC93-6350B0FFBF78}" dt="2026-01-04T13:23:03.523" v="1851" actId="700"/>
          <ac:spMkLst>
            <pc:docMk/>
            <pc:sldMk cId="2274678421" sldId="260"/>
            <ac:spMk id="4" creationId="{59A36184-E45D-4487-AFA1-14D556C70A5F}"/>
          </ac:spMkLst>
        </pc:spChg>
        <pc:spChg chg="del">
          <ac:chgData name="lalitha Raj" userId="012fbc4aaa1b6537" providerId="LiveId" clId="{5A64F062-11B5-45CD-BC93-6350B0FFBF78}" dt="2025-12-27T11:30:51.467" v="1714" actId="700"/>
          <ac:spMkLst>
            <pc:docMk/>
            <pc:sldMk cId="2274678421" sldId="260"/>
            <ac:spMk id="4" creationId="{9146753B-3723-4424-8AB8-C06D238F7B04}"/>
          </ac:spMkLst>
        </pc:spChg>
        <pc:spChg chg="add del mod ord">
          <ac:chgData name="lalitha Raj" userId="012fbc4aaa1b6537" providerId="LiveId" clId="{5A64F062-11B5-45CD-BC93-6350B0FFBF78}" dt="2026-01-04T13:23:59.166" v="1857" actId="478"/>
          <ac:spMkLst>
            <pc:docMk/>
            <pc:sldMk cId="2274678421" sldId="260"/>
            <ac:spMk id="5" creationId="{6AE3A7F0-9215-46CD-9E68-E3BF620216F4}"/>
          </ac:spMkLst>
        </pc:spChg>
        <pc:spChg chg="add del">
          <ac:chgData name="lalitha Raj" userId="012fbc4aaa1b6537" providerId="LiveId" clId="{5A64F062-11B5-45CD-BC93-6350B0FFBF78}" dt="2025-12-27T11:30:56.088" v="1716" actId="22"/>
          <ac:spMkLst>
            <pc:docMk/>
            <pc:sldMk cId="2274678421" sldId="260"/>
            <ac:spMk id="6" creationId="{54627CBF-5DCC-4721-929A-744A6B789E12}"/>
          </ac:spMkLst>
        </pc:spChg>
        <pc:spChg chg="add mod ord">
          <ac:chgData name="lalitha Raj" userId="012fbc4aaa1b6537" providerId="LiveId" clId="{5A64F062-11B5-45CD-BC93-6350B0FFBF78}" dt="2026-01-04T15:44:27.173" v="2895" actId="113"/>
          <ac:spMkLst>
            <pc:docMk/>
            <pc:sldMk cId="2274678421" sldId="260"/>
            <ac:spMk id="6" creationId="{5776D374-4660-45BB-BEC2-76E81AD19AA6}"/>
          </ac:spMkLst>
        </pc:spChg>
        <pc:spChg chg="add del mod">
          <ac:chgData name="lalitha Raj" userId="012fbc4aaa1b6537" providerId="LiveId" clId="{5A64F062-11B5-45CD-BC93-6350B0FFBF78}" dt="2025-12-27T11:31:13.854" v="1723" actId="700"/>
          <ac:spMkLst>
            <pc:docMk/>
            <pc:sldMk cId="2274678421" sldId="260"/>
            <ac:spMk id="7" creationId="{EABDFE3D-C8B9-477A-A91D-4B272277ACDA}"/>
          </ac:spMkLst>
        </pc:spChg>
        <pc:spChg chg="add del mod ord">
          <ac:chgData name="lalitha Raj" userId="012fbc4aaa1b6537" providerId="LiveId" clId="{5A64F062-11B5-45CD-BC93-6350B0FFBF78}" dt="2026-01-04T13:28:11.371" v="1867" actId="22"/>
          <ac:spMkLst>
            <pc:docMk/>
            <pc:sldMk cId="2274678421" sldId="260"/>
            <ac:spMk id="7" creationId="{FC01FB13-651D-4CBC-B001-05E4F198BAFE}"/>
          </ac:spMkLst>
        </pc:spChg>
        <pc:spChg chg="add del mod">
          <ac:chgData name="lalitha Raj" userId="012fbc4aaa1b6537" providerId="LiveId" clId="{5A64F062-11B5-45CD-BC93-6350B0FFBF78}" dt="2026-01-04T13:23:11.269" v="1854"/>
          <ac:spMkLst>
            <pc:docMk/>
            <pc:sldMk cId="2274678421" sldId="260"/>
            <ac:spMk id="9" creationId="{7D8E3122-F021-4D81-A53E-1422655C2859}"/>
          </ac:spMkLst>
        </pc:spChg>
        <pc:spChg chg="add del">
          <ac:chgData name="lalitha Raj" userId="012fbc4aaa1b6537" providerId="LiveId" clId="{5A64F062-11B5-45CD-BC93-6350B0FFBF78}" dt="2025-12-27T11:35:35.326" v="1762" actId="22"/>
          <ac:spMkLst>
            <pc:docMk/>
            <pc:sldMk cId="2274678421" sldId="260"/>
            <ac:spMk id="11" creationId="{0C32E4A0-7028-4904-B644-1DC1E12B9438}"/>
          </ac:spMkLst>
        </pc:spChg>
        <pc:spChg chg="add del">
          <ac:chgData name="lalitha Raj" userId="012fbc4aaa1b6537" providerId="LiveId" clId="{5A64F062-11B5-45CD-BC93-6350B0FFBF78}" dt="2025-12-27T11:35:53.375" v="1764" actId="22"/>
          <ac:spMkLst>
            <pc:docMk/>
            <pc:sldMk cId="2274678421" sldId="260"/>
            <ac:spMk id="13" creationId="{2164F990-6C2B-4716-BA92-C61A9080B82F}"/>
          </ac:spMkLst>
        </pc:spChg>
        <pc:spChg chg="add mod">
          <ac:chgData name="lalitha Raj" userId="012fbc4aaa1b6537" providerId="LiveId" clId="{5A64F062-11B5-45CD-BC93-6350B0FFBF78}" dt="2025-12-27T11:38:25.546" v="1823" actId="13926"/>
          <ac:spMkLst>
            <pc:docMk/>
            <pc:sldMk cId="2274678421" sldId="260"/>
            <ac:spMk id="15" creationId="{9CFB9C6C-F2EE-40DC-9047-15BD05007198}"/>
          </ac:spMkLst>
        </pc:spChg>
        <pc:graphicFrameChg chg="add mod">
          <ac:chgData name="lalitha Raj" userId="012fbc4aaa1b6537" providerId="LiveId" clId="{5A64F062-11B5-45CD-BC93-6350B0FFBF78}" dt="2026-01-04T15:45:45.475" v="2901" actId="1076"/>
          <ac:graphicFrameMkLst>
            <pc:docMk/>
            <pc:sldMk cId="2274678421" sldId="260"/>
            <ac:graphicFrameMk id="16" creationId="{64538CF2-71ED-49A0-B954-34C9CD845F74}"/>
          </ac:graphicFrameMkLst>
        </pc:graphicFrameChg>
        <pc:picChg chg="add mod ord">
          <ac:chgData name="lalitha Raj" userId="012fbc4aaa1b6537" providerId="LiveId" clId="{5A64F062-11B5-45CD-BC93-6350B0FFBF78}" dt="2026-01-04T15:53:59.156" v="2944" actId="14100"/>
          <ac:picMkLst>
            <pc:docMk/>
            <pc:sldMk cId="2274678421" sldId="260"/>
            <ac:picMk id="10" creationId="{B0917DB2-B41C-4A54-AE2D-90E72997339A}"/>
          </ac:picMkLst>
        </pc:picChg>
        <pc:picChg chg="add mod">
          <ac:chgData name="lalitha Raj" userId="012fbc4aaa1b6537" providerId="LiveId" clId="{5A64F062-11B5-45CD-BC93-6350B0FFBF78}" dt="2026-01-04T15:54:05.355" v="2946" actId="1440"/>
          <ac:picMkLst>
            <pc:docMk/>
            <pc:sldMk cId="2274678421" sldId="260"/>
            <ac:picMk id="12" creationId="{5A05F9AB-210D-4528-8711-2DEAFD892970}"/>
          </ac:picMkLst>
        </pc:picChg>
        <pc:picChg chg="add mod">
          <ac:chgData name="lalitha Raj" userId="012fbc4aaa1b6537" providerId="LiveId" clId="{5A64F062-11B5-45CD-BC93-6350B0FFBF78}" dt="2026-01-04T15:54:08.655" v="2947" actId="1440"/>
          <ac:picMkLst>
            <pc:docMk/>
            <pc:sldMk cId="2274678421" sldId="260"/>
            <ac:picMk id="14" creationId="{060B915E-558A-452C-9A70-C9B3E95E6CAE}"/>
          </ac:picMkLst>
        </pc:picChg>
      </pc:sldChg>
      <pc:sldChg chg="addSp delSp modSp new mod modClrScheme chgLayout">
        <pc:chgData name="lalitha Raj" userId="012fbc4aaa1b6537" providerId="LiveId" clId="{5A64F062-11B5-45CD-BC93-6350B0FFBF78}" dt="2026-01-04T15:44:43.331" v="2897" actId="14100"/>
        <pc:sldMkLst>
          <pc:docMk/>
          <pc:sldMk cId="2169387335" sldId="261"/>
        </pc:sldMkLst>
        <pc:spChg chg="add del">
          <ac:chgData name="lalitha Raj" userId="012fbc4aaa1b6537" providerId="LiveId" clId="{5A64F062-11B5-45CD-BC93-6350B0FFBF78}" dt="2026-01-04T13:21:09.270" v="1847"/>
          <ac:spMkLst>
            <pc:docMk/>
            <pc:sldMk cId="2169387335" sldId="261"/>
            <ac:spMk id="2" creationId="{90A57D55-63EE-42B0-BA54-E8087A5E8F0B}"/>
          </ac:spMkLst>
        </pc:spChg>
        <pc:spChg chg="add del mod">
          <ac:chgData name="lalitha Raj" userId="012fbc4aaa1b6537" providerId="LiveId" clId="{5A64F062-11B5-45CD-BC93-6350B0FFBF78}" dt="2026-01-04T13:20:55.690" v="1845" actId="478"/>
          <ac:spMkLst>
            <pc:docMk/>
            <pc:sldMk cId="2169387335" sldId="261"/>
            <ac:spMk id="3" creationId="{09C9B041-457C-41CD-9A54-D35F7CBDC6AF}"/>
          </ac:spMkLst>
        </pc:spChg>
        <pc:spChg chg="add del mod">
          <ac:chgData name="lalitha Raj" userId="012fbc4aaa1b6537" providerId="LiveId" clId="{5A64F062-11B5-45CD-BC93-6350B0FFBF78}" dt="2025-12-27T11:36:20.885" v="1769"/>
          <ac:spMkLst>
            <pc:docMk/>
            <pc:sldMk cId="2169387335" sldId="261"/>
            <ac:spMk id="5" creationId="{8B73F399-298A-4E3D-B63B-06B06CC1B401}"/>
          </ac:spMkLst>
        </pc:spChg>
        <pc:spChg chg="add del mod">
          <ac:chgData name="lalitha Raj" userId="012fbc4aaa1b6537" providerId="LiveId" clId="{5A64F062-11B5-45CD-BC93-6350B0FFBF78}" dt="2026-01-04T13:33:02.227" v="1878"/>
          <ac:spMkLst>
            <pc:docMk/>
            <pc:sldMk cId="2169387335" sldId="261"/>
            <ac:spMk id="5" creationId="{B70DD9D1-1CE5-4735-8A87-2B6A87750930}"/>
          </ac:spMkLst>
        </pc:spChg>
        <pc:spChg chg="add del mod">
          <ac:chgData name="lalitha Raj" userId="012fbc4aaa1b6537" providerId="LiveId" clId="{5A64F062-11B5-45CD-BC93-6350B0FFBF78}" dt="2026-01-04T13:33:25.356" v="1887" actId="478"/>
          <ac:spMkLst>
            <pc:docMk/>
            <pc:sldMk cId="2169387335" sldId="261"/>
            <ac:spMk id="7" creationId="{A567E32B-A915-492B-8A4B-68A0C404D45C}"/>
          </ac:spMkLst>
        </pc:spChg>
        <pc:spChg chg="add del">
          <ac:chgData name="lalitha Raj" userId="012fbc4aaa1b6537" providerId="LiveId" clId="{5A64F062-11B5-45CD-BC93-6350B0FFBF78}" dt="2026-01-04T13:33:28.636" v="1889" actId="22"/>
          <ac:spMkLst>
            <pc:docMk/>
            <pc:sldMk cId="2169387335" sldId="261"/>
            <ac:spMk id="9" creationId="{6BFD8C5E-4D36-44D8-B44D-5B84B3C7E1D1}"/>
          </ac:spMkLst>
        </pc:spChg>
        <pc:spChg chg="add del mod">
          <ac:chgData name="lalitha Raj" userId="012fbc4aaa1b6537" providerId="LiveId" clId="{5A64F062-11B5-45CD-BC93-6350B0FFBF78}" dt="2026-01-04T13:33:47.676" v="1893"/>
          <ac:spMkLst>
            <pc:docMk/>
            <pc:sldMk cId="2169387335" sldId="261"/>
            <ac:spMk id="10" creationId="{4AAE5220-9C04-4459-B13F-D3D92069AA4B}"/>
          </ac:spMkLst>
        </pc:spChg>
        <pc:spChg chg="add del">
          <ac:chgData name="lalitha Raj" userId="012fbc4aaa1b6537" providerId="LiveId" clId="{5A64F062-11B5-45CD-BC93-6350B0FFBF78}" dt="2026-01-04T13:34:08.756" v="1895"/>
          <ac:spMkLst>
            <pc:docMk/>
            <pc:sldMk cId="2169387335" sldId="261"/>
            <ac:spMk id="11" creationId="{4123C1B0-37CB-4543-AEBB-5422C73387C5}"/>
          </ac:spMkLst>
        </pc:spChg>
        <pc:spChg chg="add del">
          <ac:chgData name="lalitha Raj" userId="012fbc4aaa1b6537" providerId="LiveId" clId="{5A64F062-11B5-45CD-BC93-6350B0FFBF78}" dt="2026-01-04T13:34:08.756" v="1895"/>
          <ac:spMkLst>
            <pc:docMk/>
            <pc:sldMk cId="2169387335" sldId="261"/>
            <ac:spMk id="12" creationId="{866B9515-9D1D-4500-8A06-2F4C50176B5C}"/>
          </ac:spMkLst>
        </pc:spChg>
        <pc:spChg chg="add del">
          <ac:chgData name="lalitha Raj" userId="012fbc4aaa1b6537" providerId="LiveId" clId="{5A64F062-11B5-45CD-BC93-6350B0FFBF78}" dt="2026-01-04T13:34:08.756" v="1895"/>
          <ac:spMkLst>
            <pc:docMk/>
            <pc:sldMk cId="2169387335" sldId="261"/>
            <ac:spMk id="13" creationId="{ED8DC486-B8FB-4E73-A51A-D1BA9D23BB47}"/>
          </ac:spMkLst>
        </pc:spChg>
        <pc:spChg chg="add del">
          <ac:chgData name="lalitha Raj" userId="012fbc4aaa1b6537" providerId="LiveId" clId="{5A64F062-11B5-45CD-BC93-6350B0FFBF78}" dt="2026-01-04T13:34:16.830" v="1897"/>
          <ac:spMkLst>
            <pc:docMk/>
            <pc:sldMk cId="2169387335" sldId="261"/>
            <ac:spMk id="14" creationId="{76707048-CF1D-46F9-AF50-0900E670E489}"/>
          </ac:spMkLst>
        </pc:spChg>
        <pc:spChg chg="add del">
          <ac:chgData name="lalitha Raj" userId="012fbc4aaa1b6537" providerId="LiveId" clId="{5A64F062-11B5-45CD-BC93-6350B0FFBF78}" dt="2026-01-04T13:34:16.830" v="1897"/>
          <ac:spMkLst>
            <pc:docMk/>
            <pc:sldMk cId="2169387335" sldId="261"/>
            <ac:spMk id="15" creationId="{2F4E1224-5972-4CC3-B8C7-1AF3E3D9B1FC}"/>
          </ac:spMkLst>
        </pc:spChg>
        <pc:spChg chg="add del">
          <ac:chgData name="lalitha Raj" userId="012fbc4aaa1b6537" providerId="LiveId" clId="{5A64F062-11B5-45CD-BC93-6350B0FFBF78}" dt="2026-01-04T13:34:16.830" v="1897"/>
          <ac:spMkLst>
            <pc:docMk/>
            <pc:sldMk cId="2169387335" sldId="261"/>
            <ac:spMk id="16" creationId="{E7176FE6-7D67-4966-A711-50AE825F1A32}"/>
          </ac:spMkLst>
        </pc:spChg>
        <pc:spChg chg="add mod ord">
          <ac:chgData name="lalitha Raj" userId="012fbc4aaa1b6537" providerId="LiveId" clId="{5A64F062-11B5-45CD-BC93-6350B0FFBF78}" dt="2026-01-04T14:17:35.984" v="2205" actId="700"/>
          <ac:spMkLst>
            <pc:docMk/>
            <pc:sldMk cId="2169387335" sldId="261"/>
            <ac:spMk id="17" creationId="{E86BED3F-8F5E-4275-A9C8-3139842DF6FD}"/>
          </ac:spMkLst>
        </pc:spChg>
        <pc:spChg chg="add mod ord">
          <ac:chgData name="lalitha Raj" userId="012fbc4aaa1b6537" providerId="LiveId" clId="{5A64F062-11B5-45CD-BC93-6350B0FFBF78}" dt="2026-01-04T15:44:38.633" v="2896" actId="14100"/>
          <ac:spMkLst>
            <pc:docMk/>
            <pc:sldMk cId="2169387335" sldId="261"/>
            <ac:spMk id="18" creationId="{EA60A17E-6204-432E-84C9-9486DA9B7B10}"/>
          </ac:spMkLst>
        </pc:spChg>
        <pc:spChg chg="add del mod">
          <ac:chgData name="lalitha Raj" userId="012fbc4aaa1b6537" providerId="LiveId" clId="{5A64F062-11B5-45CD-BC93-6350B0FFBF78}" dt="2026-01-04T13:49:50.746" v="2068"/>
          <ac:spMkLst>
            <pc:docMk/>
            <pc:sldMk cId="2169387335" sldId="261"/>
            <ac:spMk id="19" creationId="{95B09AAE-834A-4F84-B953-5D340581EFE1}"/>
          </ac:spMkLst>
        </pc:spChg>
        <pc:spChg chg="add del">
          <ac:chgData name="lalitha Raj" userId="012fbc4aaa1b6537" providerId="LiveId" clId="{5A64F062-11B5-45CD-BC93-6350B0FFBF78}" dt="2026-01-04T13:45:32.941" v="1978" actId="478"/>
          <ac:spMkLst>
            <pc:docMk/>
            <pc:sldMk cId="2169387335" sldId="261"/>
            <ac:spMk id="21" creationId="{65F1D7C6-17FA-4771-B878-AEC33A10395F}"/>
          </ac:spMkLst>
        </pc:spChg>
        <pc:spChg chg="add del mod">
          <ac:chgData name="lalitha Raj" userId="012fbc4aaa1b6537" providerId="LiveId" clId="{5A64F062-11B5-45CD-BC93-6350B0FFBF78}" dt="2026-01-04T13:53:38.948" v="2105"/>
          <ac:spMkLst>
            <pc:docMk/>
            <pc:sldMk cId="2169387335" sldId="261"/>
            <ac:spMk id="24" creationId="{F4819819-EF23-483B-AC50-060D936EFCD8}"/>
          </ac:spMkLst>
        </pc:spChg>
        <pc:spChg chg="add del mod">
          <ac:chgData name="lalitha Raj" userId="012fbc4aaa1b6537" providerId="LiveId" clId="{5A64F062-11B5-45CD-BC93-6350B0FFBF78}" dt="2026-01-04T13:51:27.960" v="2078" actId="478"/>
          <ac:spMkLst>
            <pc:docMk/>
            <pc:sldMk cId="2169387335" sldId="261"/>
            <ac:spMk id="26" creationId="{D813F09F-92C8-48BE-B80B-DD39D511818E}"/>
          </ac:spMkLst>
        </pc:spChg>
        <pc:spChg chg="add mod">
          <ac:chgData name="lalitha Raj" userId="012fbc4aaa1b6537" providerId="LiveId" clId="{5A64F062-11B5-45CD-BC93-6350B0FFBF78}" dt="2026-01-04T15:44:43.331" v="2897" actId="14100"/>
          <ac:spMkLst>
            <pc:docMk/>
            <pc:sldMk cId="2169387335" sldId="261"/>
            <ac:spMk id="28" creationId="{7E4FC8D6-2BA1-4975-8FD0-FF1C50C6D93E}"/>
          </ac:spMkLst>
        </pc:spChg>
        <pc:spChg chg="add mod">
          <ac:chgData name="lalitha Raj" userId="012fbc4aaa1b6537" providerId="LiveId" clId="{5A64F062-11B5-45CD-BC93-6350B0FFBF78}" dt="2026-01-04T14:28:49.486" v="2336" actId="1076"/>
          <ac:spMkLst>
            <pc:docMk/>
            <pc:sldMk cId="2169387335" sldId="261"/>
            <ac:spMk id="29" creationId="{21D1BFA3-EC71-4540-85CF-DF3093CD7149}"/>
          </ac:spMkLst>
        </pc:spChg>
        <pc:spChg chg="add mod">
          <ac:chgData name="lalitha Raj" userId="012fbc4aaa1b6537" providerId="LiveId" clId="{5A64F062-11B5-45CD-BC93-6350B0FFBF78}" dt="2026-01-04T14:28:57.181" v="2337" actId="14100"/>
          <ac:spMkLst>
            <pc:docMk/>
            <pc:sldMk cId="2169387335" sldId="261"/>
            <ac:spMk id="30" creationId="{FE5A405C-B292-4413-97BC-DEBDE4DA0513}"/>
          </ac:spMkLst>
        </pc:spChg>
        <pc:spChg chg="add mod">
          <ac:chgData name="lalitha Raj" userId="012fbc4aaa1b6537" providerId="LiveId" clId="{5A64F062-11B5-45CD-BC93-6350B0FFBF78}" dt="2026-01-04T14:29:01.174" v="2338" actId="1076"/>
          <ac:spMkLst>
            <pc:docMk/>
            <pc:sldMk cId="2169387335" sldId="261"/>
            <ac:spMk id="32" creationId="{2DE64212-CC84-4DE0-A584-2FA8414CA37F}"/>
          </ac:spMkLst>
        </pc:spChg>
        <pc:spChg chg="add del mod">
          <ac:chgData name="lalitha Raj" userId="012fbc4aaa1b6537" providerId="LiveId" clId="{5A64F062-11B5-45CD-BC93-6350B0FFBF78}" dt="2026-01-04T14:10:00.394" v="2161"/>
          <ac:spMkLst>
            <pc:docMk/>
            <pc:sldMk cId="2169387335" sldId="261"/>
            <ac:spMk id="33" creationId="{C8B438C3-320D-4A46-BB80-49CC007D323D}"/>
          </ac:spMkLst>
        </pc:spChg>
        <pc:spChg chg="add mod">
          <ac:chgData name="lalitha Raj" userId="012fbc4aaa1b6537" providerId="LiveId" clId="{5A64F062-11B5-45CD-BC93-6350B0FFBF78}" dt="2026-01-04T14:29:06.519" v="2339" actId="14100"/>
          <ac:spMkLst>
            <pc:docMk/>
            <pc:sldMk cId="2169387335" sldId="261"/>
            <ac:spMk id="35" creationId="{ACCFC6AA-D5A0-4714-AC06-D1F09656D8DD}"/>
          </ac:spMkLst>
        </pc:spChg>
        <pc:graphicFrameChg chg="add mod modGraphic">
          <ac:chgData name="lalitha Raj" userId="012fbc4aaa1b6537" providerId="LiveId" clId="{5A64F062-11B5-45CD-BC93-6350B0FFBF78}" dt="2026-01-04T14:30:49.434" v="2354" actId="14100"/>
          <ac:graphicFrameMkLst>
            <pc:docMk/>
            <pc:sldMk cId="2169387335" sldId="261"/>
            <ac:graphicFrameMk id="36" creationId="{0D2839EA-BC59-4D8F-9CAB-6988D5FB81D0}"/>
          </ac:graphicFrameMkLst>
        </pc:graphicFrameChg>
        <pc:picChg chg="add del mod">
          <ac:chgData name="lalitha Raj" userId="012fbc4aaa1b6537" providerId="LiveId" clId="{5A64F062-11B5-45CD-BC93-6350B0FFBF78}" dt="2026-01-04T13:51:20.145" v="2076" actId="478"/>
          <ac:picMkLst>
            <pc:docMk/>
            <pc:sldMk cId="2169387335" sldId="261"/>
            <ac:picMk id="22" creationId="{3BE4D8FE-2D48-4950-89E8-CD44736A080C}"/>
          </ac:picMkLst>
        </pc:picChg>
      </pc:sldChg>
      <pc:sldChg chg="addSp delSp modSp new del mod modClrScheme chgLayout">
        <pc:chgData name="lalitha Raj" userId="012fbc4aaa1b6537" providerId="LiveId" clId="{5A64F062-11B5-45CD-BC93-6350B0FFBF78}" dt="2026-01-04T14:28:29.785" v="2333" actId="47"/>
        <pc:sldMkLst>
          <pc:docMk/>
          <pc:sldMk cId="2209722045" sldId="262"/>
        </pc:sldMkLst>
        <pc:spChg chg="del mod ord">
          <ac:chgData name="lalitha Raj" userId="012fbc4aaa1b6537" providerId="LiveId" clId="{5A64F062-11B5-45CD-BC93-6350B0FFBF78}" dt="2026-01-04T14:17:48.735" v="2207" actId="700"/>
          <ac:spMkLst>
            <pc:docMk/>
            <pc:sldMk cId="2209722045" sldId="262"/>
            <ac:spMk id="2" creationId="{8149DC65-3651-41C2-A7A8-112DF086D46D}"/>
          </ac:spMkLst>
        </pc:spChg>
        <pc:spChg chg="del mod ord">
          <ac:chgData name="lalitha Raj" userId="012fbc4aaa1b6537" providerId="LiveId" clId="{5A64F062-11B5-45CD-BC93-6350B0FFBF78}" dt="2026-01-04T14:17:48.735" v="2207" actId="700"/>
          <ac:spMkLst>
            <pc:docMk/>
            <pc:sldMk cId="2209722045" sldId="262"/>
            <ac:spMk id="3" creationId="{AE1FA0B8-ACEA-47FF-A23F-286ACFD7E04E}"/>
          </ac:spMkLst>
        </pc:spChg>
        <pc:spChg chg="del">
          <ac:chgData name="lalitha Raj" userId="012fbc4aaa1b6537" providerId="LiveId" clId="{5A64F062-11B5-45CD-BC93-6350B0FFBF78}" dt="2026-01-04T14:17:48.735" v="2207" actId="700"/>
          <ac:spMkLst>
            <pc:docMk/>
            <pc:sldMk cId="2209722045" sldId="262"/>
            <ac:spMk id="4" creationId="{BBC1C788-79FA-421F-827D-FD6CE057EAC8}"/>
          </ac:spMkLst>
        </pc:spChg>
        <pc:spChg chg="add del mod ord">
          <ac:chgData name="lalitha Raj" userId="012fbc4aaa1b6537" providerId="LiveId" clId="{5A64F062-11B5-45CD-BC93-6350B0FFBF78}" dt="2026-01-04T14:17:52.374" v="2208" actId="700"/>
          <ac:spMkLst>
            <pc:docMk/>
            <pc:sldMk cId="2209722045" sldId="262"/>
            <ac:spMk id="5" creationId="{A79FE9AD-F85A-4633-A470-6FB5512094F4}"/>
          </ac:spMkLst>
        </pc:spChg>
        <pc:spChg chg="add del mod ord">
          <ac:chgData name="lalitha Raj" userId="012fbc4aaa1b6537" providerId="LiveId" clId="{5A64F062-11B5-45CD-BC93-6350B0FFBF78}" dt="2026-01-04T14:17:52.374" v="2208" actId="700"/>
          <ac:spMkLst>
            <pc:docMk/>
            <pc:sldMk cId="2209722045" sldId="262"/>
            <ac:spMk id="6" creationId="{DD289D0F-5910-40BD-BF28-D9012524AAD6}"/>
          </ac:spMkLst>
        </pc:spChg>
        <pc:spChg chg="add del mod ord">
          <ac:chgData name="lalitha Raj" userId="012fbc4aaa1b6537" providerId="LiveId" clId="{5A64F062-11B5-45CD-BC93-6350B0FFBF78}" dt="2026-01-04T14:17:57.081" v="2209" actId="700"/>
          <ac:spMkLst>
            <pc:docMk/>
            <pc:sldMk cId="2209722045" sldId="262"/>
            <ac:spMk id="7" creationId="{1E31B7CE-73B5-45B9-B9EA-944912270AE2}"/>
          </ac:spMkLst>
        </pc:spChg>
        <pc:spChg chg="add del mod ord">
          <ac:chgData name="lalitha Raj" userId="012fbc4aaa1b6537" providerId="LiveId" clId="{5A64F062-11B5-45CD-BC93-6350B0FFBF78}" dt="2026-01-04T14:17:57.081" v="2209" actId="700"/>
          <ac:spMkLst>
            <pc:docMk/>
            <pc:sldMk cId="2209722045" sldId="262"/>
            <ac:spMk id="8" creationId="{BF8A5DD1-DC4B-4AE4-BB6C-976E8633692F}"/>
          </ac:spMkLst>
        </pc:spChg>
        <pc:spChg chg="add del mod ord">
          <ac:chgData name="lalitha Raj" userId="012fbc4aaa1b6537" providerId="LiveId" clId="{5A64F062-11B5-45CD-BC93-6350B0FFBF78}" dt="2026-01-04T14:18:05.717" v="2210" actId="700"/>
          <ac:spMkLst>
            <pc:docMk/>
            <pc:sldMk cId="2209722045" sldId="262"/>
            <ac:spMk id="9" creationId="{2958CEE9-5E53-4EDE-96D1-7C721D6C31A8}"/>
          </ac:spMkLst>
        </pc:spChg>
        <pc:spChg chg="add del mod ord">
          <ac:chgData name="lalitha Raj" userId="012fbc4aaa1b6537" providerId="LiveId" clId="{5A64F062-11B5-45CD-BC93-6350B0FFBF78}" dt="2026-01-04T14:18:05.717" v="2210" actId="700"/>
          <ac:spMkLst>
            <pc:docMk/>
            <pc:sldMk cId="2209722045" sldId="262"/>
            <ac:spMk id="10" creationId="{175D7AC4-590D-4332-887D-13A28BFA3BA5}"/>
          </ac:spMkLst>
        </pc:spChg>
        <pc:spChg chg="add mod">
          <ac:chgData name="lalitha Raj" userId="012fbc4aaa1b6537" providerId="LiveId" clId="{5A64F062-11B5-45CD-BC93-6350B0FFBF78}" dt="2026-01-04T14:18:35.914" v="2214" actId="13926"/>
          <ac:spMkLst>
            <pc:docMk/>
            <pc:sldMk cId="2209722045" sldId="262"/>
            <ac:spMk id="12" creationId="{6ADF1596-D253-4274-8DA1-500345D3B901}"/>
          </ac:spMkLst>
        </pc:spChg>
        <pc:spChg chg="add mod">
          <ac:chgData name="lalitha Raj" userId="012fbc4aaa1b6537" providerId="LiveId" clId="{5A64F062-11B5-45CD-BC93-6350B0FFBF78}" dt="2026-01-04T14:18:55.348" v="2217" actId="13926"/>
          <ac:spMkLst>
            <pc:docMk/>
            <pc:sldMk cId="2209722045" sldId="262"/>
            <ac:spMk id="14" creationId="{75406CA3-F894-4F71-944A-097CE6FB1CEA}"/>
          </ac:spMkLst>
        </pc:spChg>
      </pc:sldChg>
      <pc:sldChg chg="addSp delSp modSp new mod modClrScheme chgLayout">
        <pc:chgData name="lalitha Raj" userId="012fbc4aaa1b6537" providerId="LiveId" clId="{5A64F062-11B5-45CD-BC93-6350B0FFBF78}" dt="2026-01-04T15:57:28.326" v="3004" actId="14100"/>
        <pc:sldMkLst>
          <pc:docMk/>
          <pc:sldMk cId="297722568" sldId="263"/>
        </pc:sldMkLst>
        <pc:spChg chg="add del mod ord">
          <ac:chgData name="lalitha Raj" userId="012fbc4aaa1b6537" providerId="LiveId" clId="{5A64F062-11B5-45CD-BC93-6350B0FFBF78}" dt="2026-01-04T15:57:28.326" v="3004" actId="14100"/>
          <ac:spMkLst>
            <pc:docMk/>
            <pc:sldMk cId="297722568" sldId="263"/>
            <ac:spMk id="4" creationId="{6F3A4176-7A3B-4556-B506-2CED571F2FC1}"/>
          </ac:spMkLst>
        </pc:spChg>
        <pc:spChg chg="add del mod ord">
          <ac:chgData name="lalitha Raj" userId="012fbc4aaa1b6537" providerId="LiveId" clId="{5A64F062-11B5-45CD-BC93-6350B0FFBF78}" dt="2026-01-04T14:21:28.284" v="2229" actId="478"/>
          <ac:spMkLst>
            <pc:docMk/>
            <pc:sldMk cId="297722568" sldId="263"/>
            <ac:spMk id="5" creationId="{553EA47B-E782-4413-BE5E-C246A3EE14FF}"/>
          </ac:spMkLst>
        </pc:spChg>
        <pc:spChg chg="add del mod">
          <ac:chgData name="lalitha Raj" userId="012fbc4aaa1b6537" providerId="LiveId" clId="{5A64F062-11B5-45CD-BC93-6350B0FFBF78}" dt="2026-01-04T15:56:29.505" v="2997" actId="478"/>
          <ac:spMkLst>
            <pc:docMk/>
            <pc:sldMk cId="297722568" sldId="263"/>
            <ac:spMk id="7" creationId="{3084D665-425A-4B0B-81EE-424A657051BA}"/>
          </ac:spMkLst>
        </pc:spChg>
        <pc:spChg chg="add del">
          <ac:chgData name="lalitha Raj" userId="012fbc4aaa1b6537" providerId="LiveId" clId="{5A64F062-11B5-45CD-BC93-6350B0FFBF78}" dt="2026-01-04T15:56:27.782" v="2996" actId="22"/>
          <ac:spMkLst>
            <pc:docMk/>
            <pc:sldMk cId="297722568" sldId="263"/>
            <ac:spMk id="9" creationId="{A37F7FA8-661A-4BFB-A24D-CD05DA99BA29}"/>
          </ac:spMkLst>
        </pc:spChg>
        <pc:picChg chg="add mod modCrop">
          <ac:chgData name="lalitha Raj" userId="012fbc4aaa1b6537" providerId="LiveId" clId="{5A64F062-11B5-45CD-BC93-6350B0FFBF78}" dt="2026-01-04T15:54:59.638" v="2950" actId="1076"/>
          <ac:picMkLst>
            <pc:docMk/>
            <pc:sldMk cId="297722568" sldId="263"/>
            <ac:picMk id="3" creationId="{452F010A-6951-4DC3-B591-C3897D8751E8}"/>
          </ac:picMkLst>
        </pc:picChg>
      </pc:sldChg>
      <pc:sldChg chg="addSp delSp modSp new mod modClrScheme chgLayout">
        <pc:chgData name="lalitha Raj" userId="012fbc4aaa1b6537" providerId="LiveId" clId="{5A64F062-11B5-45CD-BC93-6350B0FFBF78}" dt="2026-01-04T14:28:19.084" v="2332" actId="20577"/>
        <pc:sldMkLst>
          <pc:docMk/>
          <pc:sldMk cId="719484178" sldId="264"/>
        </pc:sldMkLst>
        <pc:spChg chg="del mod">
          <ac:chgData name="lalitha Raj" userId="012fbc4aaa1b6537" providerId="LiveId" clId="{5A64F062-11B5-45CD-BC93-6350B0FFBF78}" dt="2026-01-04T14:23:04.936" v="2257" actId="478"/>
          <ac:spMkLst>
            <pc:docMk/>
            <pc:sldMk cId="719484178" sldId="264"/>
            <ac:spMk id="2" creationId="{7F1BA440-5166-478D-8808-7B9EB24ADA32}"/>
          </ac:spMkLst>
        </pc:spChg>
        <pc:spChg chg="del">
          <ac:chgData name="lalitha Raj" userId="012fbc4aaa1b6537" providerId="LiveId" clId="{5A64F062-11B5-45CD-BC93-6350B0FFBF78}" dt="2026-01-04T14:23:42.157" v="2258" actId="22"/>
          <ac:spMkLst>
            <pc:docMk/>
            <pc:sldMk cId="719484178" sldId="264"/>
            <ac:spMk id="3" creationId="{5F5FC226-0839-49FE-A9DA-854D05C7ED62}"/>
          </ac:spMkLst>
        </pc:spChg>
        <pc:spChg chg="add mod ord">
          <ac:chgData name="lalitha Raj" userId="012fbc4aaa1b6537" providerId="LiveId" clId="{5A64F062-11B5-45CD-BC93-6350B0FFBF78}" dt="2026-01-04T14:26:37.956" v="2300" actId="13926"/>
          <ac:spMkLst>
            <pc:docMk/>
            <pc:sldMk cId="719484178" sldId="264"/>
            <ac:spMk id="6" creationId="{8B919E8F-BC42-4F50-881C-3E8C9EB82BB3}"/>
          </ac:spMkLst>
        </pc:spChg>
        <pc:spChg chg="add del mod ord">
          <ac:chgData name="lalitha Raj" userId="012fbc4aaa1b6537" providerId="LiveId" clId="{5A64F062-11B5-45CD-BC93-6350B0FFBF78}" dt="2026-01-04T14:24:19.051" v="2264"/>
          <ac:spMkLst>
            <pc:docMk/>
            <pc:sldMk cId="719484178" sldId="264"/>
            <ac:spMk id="7" creationId="{A2B58CEB-023B-46F8-8050-CB23B4E6F24C}"/>
          </ac:spMkLst>
        </pc:spChg>
        <pc:spChg chg="add mod">
          <ac:chgData name="lalitha Raj" userId="012fbc4aaa1b6537" providerId="LiveId" clId="{5A64F062-11B5-45CD-BC93-6350B0FFBF78}" dt="2026-01-04T14:28:19.084" v="2332" actId="20577"/>
          <ac:spMkLst>
            <pc:docMk/>
            <pc:sldMk cId="719484178" sldId="264"/>
            <ac:spMk id="10" creationId="{B18083FD-1F6B-461B-BA95-93BBB0F19FE6}"/>
          </ac:spMkLst>
        </pc:spChg>
        <pc:picChg chg="add mod ord">
          <ac:chgData name="lalitha Raj" userId="012fbc4aaa1b6537" providerId="LiveId" clId="{5A64F062-11B5-45CD-BC93-6350B0FFBF78}" dt="2026-01-04T14:26:48.126" v="2301" actId="1076"/>
          <ac:picMkLst>
            <pc:docMk/>
            <pc:sldMk cId="719484178" sldId="264"/>
            <ac:picMk id="5" creationId="{5E30B7BC-0434-4513-80A9-CE1E9F8E3647}"/>
          </ac:picMkLst>
        </pc:picChg>
        <pc:picChg chg="add del mod ord">
          <ac:chgData name="lalitha Raj" userId="012fbc4aaa1b6537" providerId="LiveId" clId="{5A64F062-11B5-45CD-BC93-6350B0FFBF78}" dt="2026-01-04T14:24:06.009" v="2263" actId="22"/>
          <ac:picMkLst>
            <pc:docMk/>
            <pc:sldMk cId="719484178" sldId="264"/>
            <ac:picMk id="9" creationId="{B0136E5C-CFB4-41CF-999E-0A6C5B08EE98}"/>
          </ac:picMkLst>
        </pc:picChg>
      </pc:sldChg>
      <pc:sldChg chg="addSp delSp modSp add mod">
        <pc:chgData name="lalitha Raj" userId="012fbc4aaa1b6537" providerId="LiveId" clId="{5A64F062-11B5-45CD-BC93-6350B0FFBF78}" dt="2026-01-04T15:13:09.310" v="2691" actId="1076"/>
        <pc:sldMkLst>
          <pc:docMk/>
          <pc:sldMk cId="1971822141" sldId="265"/>
        </pc:sldMkLst>
        <pc:spChg chg="add del mod">
          <ac:chgData name="lalitha Raj" userId="012fbc4aaa1b6537" providerId="LiveId" clId="{5A64F062-11B5-45CD-BC93-6350B0FFBF78}" dt="2026-01-04T14:33:12.063" v="2364" actId="22"/>
          <ac:spMkLst>
            <pc:docMk/>
            <pc:sldMk cId="1971822141" sldId="265"/>
            <ac:spMk id="3" creationId="{C7FBF9B0-8938-4FB0-B8A9-5069C8131A7A}"/>
          </ac:spMkLst>
        </pc:spChg>
        <pc:spChg chg="add del mod">
          <ac:chgData name="lalitha Raj" userId="012fbc4aaa1b6537" providerId="LiveId" clId="{5A64F062-11B5-45CD-BC93-6350B0FFBF78}" dt="2026-01-04T14:34:22.146" v="2377" actId="207"/>
          <ac:spMkLst>
            <pc:docMk/>
            <pc:sldMk cId="1971822141" sldId="265"/>
            <ac:spMk id="4" creationId="{50D9CD16-ABA6-446C-9DD2-7A0B7306B063}"/>
          </ac:spMkLst>
        </pc:spChg>
        <pc:spChg chg="mod">
          <ac:chgData name="lalitha Raj" userId="012fbc4aaa1b6537" providerId="LiveId" clId="{5A64F062-11B5-45CD-BC93-6350B0FFBF78}" dt="2026-01-04T14:31:47.846" v="2363" actId="13926"/>
          <ac:spMkLst>
            <pc:docMk/>
            <pc:sldMk cId="1971822141" sldId="265"/>
            <ac:spMk id="6" creationId="{8B919E8F-BC42-4F50-881C-3E8C9EB82BB3}"/>
          </ac:spMkLst>
        </pc:spChg>
        <pc:spChg chg="add del mod">
          <ac:chgData name="lalitha Raj" userId="012fbc4aaa1b6537" providerId="LiveId" clId="{5A64F062-11B5-45CD-BC93-6350B0FFBF78}" dt="2026-01-04T14:33:42.678" v="2369"/>
          <ac:spMkLst>
            <pc:docMk/>
            <pc:sldMk cId="1971822141" sldId="265"/>
            <ac:spMk id="9" creationId="{CBB1E864-737F-46CB-8772-05C3E2F7457A}"/>
          </ac:spMkLst>
        </pc:spChg>
        <pc:spChg chg="del mod">
          <ac:chgData name="lalitha Raj" userId="012fbc4aaa1b6537" providerId="LiveId" clId="{5A64F062-11B5-45CD-BC93-6350B0FFBF78}" dt="2026-01-04T14:31:19.380" v="2357" actId="478"/>
          <ac:spMkLst>
            <pc:docMk/>
            <pc:sldMk cId="1971822141" sldId="265"/>
            <ac:spMk id="10" creationId="{B18083FD-1F6B-461B-BA95-93BBB0F19FE6}"/>
          </ac:spMkLst>
        </pc:spChg>
        <pc:picChg chg="del">
          <ac:chgData name="lalitha Raj" userId="012fbc4aaa1b6537" providerId="LiveId" clId="{5A64F062-11B5-45CD-BC93-6350B0FFBF78}" dt="2026-01-04T14:27:03.782" v="2303" actId="478"/>
          <ac:picMkLst>
            <pc:docMk/>
            <pc:sldMk cId="1971822141" sldId="265"/>
            <ac:picMk id="5" creationId="{5E30B7BC-0434-4513-80A9-CE1E9F8E3647}"/>
          </ac:picMkLst>
        </pc:picChg>
        <pc:picChg chg="add mod ord">
          <ac:chgData name="lalitha Raj" userId="012fbc4aaa1b6537" providerId="LiveId" clId="{5A64F062-11B5-45CD-BC93-6350B0FFBF78}" dt="2026-01-04T15:13:09.310" v="2691" actId="1076"/>
          <ac:picMkLst>
            <pc:docMk/>
            <pc:sldMk cId="1971822141" sldId="265"/>
            <ac:picMk id="8" creationId="{5C1A7412-3531-49C8-B50C-97A365580E72}"/>
          </ac:picMkLst>
        </pc:picChg>
      </pc:sldChg>
      <pc:sldChg chg="addSp delSp modSp new mod">
        <pc:chgData name="lalitha Raj" userId="012fbc4aaa1b6537" providerId="LiveId" clId="{5A64F062-11B5-45CD-BC93-6350B0FFBF78}" dt="2026-01-04T15:21:10.041" v="2762" actId="14100"/>
        <pc:sldMkLst>
          <pc:docMk/>
          <pc:sldMk cId="2751801337" sldId="266"/>
        </pc:sldMkLst>
        <pc:spChg chg="mod">
          <ac:chgData name="lalitha Raj" userId="012fbc4aaa1b6537" providerId="LiveId" clId="{5A64F062-11B5-45CD-BC93-6350B0FFBF78}" dt="2026-01-04T14:37:14.335" v="2402" actId="13926"/>
          <ac:spMkLst>
            <pc:docMk/>
            <pc:sldMk cId="2751801337" sldId="266"/>
            <ac:spMk id="2" creationId="{EA019EF6-CC40-482C-A76E-F6ED7786264C}"/>
          </ac:spMkLst>
        </pc:spChg>
        <pc:spChg chg="add del mod">
          <ac:chgData name="lalitha Raj" userId="012fbc4aaa1b6537" providerId="LiveId" clId="{5A64F062-11B5-45CD-BC93-6350B0FFBF78}" dt="2026-01-04T14:38:27.124" v="2405" actId="22"/>
          <ac:spMkLst>
            <pc:docMk/>
            <pc:sldMk cId="2751801337" sldId="266"/>
            <ac:spMk id="3" creationId="{994F8D6C-5117-4269-822B-9C026D7B93DE}"/>
          </ac:spMkLst>
        </pc:spChg>
        <pc:spChg chg="add del mod">
          <ac:chgData name="lalitha Raj" userId="012fbc4aaa1b6537" providerId="LiveId" clId="{5A64F062-11B5-45CD-BC93-6350B0FFBF78}" dt="2026-01-04T15:20:59.058" v="2759" actId="255"/>
          <ac:spMkLst>
            <pc:docMk/>
            <pc:sldMk cId="2751801337" sldId="266"/>
            <ac:spMk id="4" creationId="{EAC01D91-47A9-4949-8342-6CD671B7E377}"/>
          </ac:spMkLst>
        </pc:spChg>
        <pc:spChg chg="add del mod">
          <ac:chgData name="lalitha Raj" userId="012fbc4aaa1b6537" providerId="LiveId" clId="{5A64F062-11B5-45CD-BC93-6350B0FFBF78}" dt="2026-01-04T14:34:58.144" v="2380"/>
          <ac:spMkLst>
            <pc:docMk/>
            <pc:sldMk cId="2751801337" sldId="266"/>
            <ac:spMk id="5" creationId="{9DE0FC05-CDE3-489E-99DE-CF31A0578F17}"/>
          </ac:spMkLst>
        </pc:spChg>
        <pc:spChg chg="add del mod">
          <ac:chgData name="lalitha Raj" userId="012fbc4aaa1b6537" providerId="LiveId" clId="{5A64F062-11B5-45CD-BC93-6350B0FFBF78}" dt="2026-01-04T14:35:09.909" v="2385"/>
          <ac:spMkLst>
            <pc:docMk/>
            <pc:sldMk cId="2751801337" sldId="266"/>
            <ac:spMk id="6" creationId="{DAC3CF4A-1993-4B98-AB52-325941C480E2}"/>
          </ac:spMkLst>
        </pc:spChg>
        <pc:picChg chg="add mod ord">
          <ac:chgData name="lalitha Raj" userId="012fbc4aaa1b6537" providerId="LiveId" clId="{5A64F062-11B5-45CD-BC93-6350B0FFBF78}" dt="2026-01-04T15:21:10.041" v="2762" actId="14100"/>
          <ac:picMkLst>
            <pc:docMk/>
            <pc:sldMk cId="2751801337" sldId="266"/>
            <ac:picMk id="8" creationId="{636C6442-2D11-46AA-B09B-5645F8DFD0B7}"/>
          </ac:picMkLst>
        </pc:picChg>
      </pc:sldChg>
      <pc:sldChg chg="addSp delSp modSp new mod ord">
        <pc:chgData name="lalitha Raj" userId="012fbc4aaa1b6537" providerId="LiveId" clId="{5A64F062-11B5-45CD-BC93-6350B0FFBF78}" dt="2026-01-04T15:12:42.513" v="2686" actId="14100"/>
        <pc:sldMkLst>
          <pc:docMk/>
          <pc:sldMk cId="1447216239" sldId="267"/>
        </pc:sldMkLst>
        <pc:spChg chg="mod">
          <ac:chgData name="lalitha Raj" userId="012fbc4aaa1b6537" providerId="LiveId" clId="{5A64F062-11B5-45CD-BC93-6350B0FFBF78}" dt="2026-01-04T14:46:18" v="2432" actId="1076"/>
          <ac:spMkLst>
            <pc:docMk/>
            <pc:sldMk cId="1447216239" sldId="267"/>
            <ac:spMk id="2" creationId="{CF9427F0-2B4D-45EB-B84F-6FE9613E62A2}"/>
          </ac:spMkLst>
        </pc:spChg>
        <pc:spChg chg="del">
          <ac:chgData name="lalitha Raj" userId="012fbc4aaa1b6537" providerId="LiveId" clId="{5A64F062-11B5-45CD-BC93-6350B0FFBF78}" dt="2026-01-04T14:39:59.552" v="2409" actId="22"/>
          <ac:spMkLst>
            <pc:docMk/>
            <pc:sldMk cId="1447216239" sldId="267"/>
            <ac:spMk id="3" creationId="{4462A502-DD54-44D7-B223-FCFF9BF9C4F5}"/>
          </ac:spMkLst>
        </pc:spChg>
        <pc:spChg chg="add del mod">
          <ac:chgData name="lalitha Raj" userId="012fbc4aaa1b6537" providerId="LiveId" clId="{5A64F062-11B5-45CD-BC93-6350B0FFBF78}" dt="2026-01-04T14:46:23.604" v="2434" actId="1076"/>
          <ac:spMkLst>
            <pc:docMk/>
            <pc:sldMk cId="1447216239" sldId="267"/>
            <ac:spMk id="4" creationId="{64350DD5-2F16-4443-967A-097C554ADA82}"/>
          </ac:spMkLst>
        </pc:spChg>
        <pc:spChg chg="add del mod">
          <ac:chgData name="lalitha Raj" userId="012fbc4aaa1b6537" providerId="LiveId" clId="{5A64F062-11B5-45CD-BC93-6350B0FFBF78}" dt="2026-01-04T14:40:42.922" v="2413"/>
          <ac:spMkLst>
            <pc:docMk/>
            <pc:sldMk cId="1447216239" sldId="267"/>
            <ac:spMk id="7" creationId="{1A86B716-67E4-43E3-AEB4-14D385398905}"/>
          </ac:spMkLst>
        </pc:spChg>
        <pc:picChg chg="add mod ord">
          <ac:chgData name="lalitha Raj" userId="012fbc4aaa1b6537" providerId="LiveId" clId="{5A64F062-11B5-45CD-BC93-6350B0FFBF78}" dt="2026-01-04T15:12:42.513" v="2686" actId="14100"/>
          <ac:picMkLst>
            <pc:docMk/>
            <pc:sldMk cId="1447216239" sldId="267"/>
            <ac:picMk id="6" creationId="{D7F4AB1D-0852-4248-8EA8-35BD75F54EDF}"/>
          </ac:picMkLst>
        </pc:picChg>
      </pc:sldChg>
      <pc:sldChg chg="addSp delSp modSp new mod">
        <pc:chgData name="lalitha Raj" userId="012fbc4aaa1b6537" providerId="LiveId" clId="{5A64F062-11B5-45CD-BC93-6350B0FFBF78}" dt="2026-01-04T15:20:40.832" v="2758" actId="255"/>
        <pc:sldMkLst>
          <pc:docMk/>
          <pc:sldMk cId="694971249" sldId="268"/>
        </pc:sldMkLst>
        <pc:spChg chg="mod">
          <ac:chgData name="lalitha Raj" userId="012fbc4aaa1b6537" providerId="LiveId" clId="{5A64F062-11B5-45CD-BC93-6350B0FFBF78}" dt="2026-01-04T14:51:06.899" v="2533" actId="1076"/>
          <ac:spMkLst>
            <pc:docMk/>
            <pc:sldMk cId="694971249" sldId="268"/>
            <ac:spMk id="2" creationId="{306A4249-309D-425E-BF33-1AA93D23B118}"/>
          </ac:spMkLst>
        </pc:spChg>
        <pc:spChg chg="mod">
          <ac:chgData name="lalitha Raj" userId="012fbc4aaa1b6537" providerId="LiveId" clId="{5A64F062-11B5-45CD-BC93-6350B0FFBF78}" dt="2026-01-04T14:50:23.761" v="2513" actId="5793"/>
          <ac:spMkLst>
            <pc:docMk/>
            <pc:sldMk cId="694971249" sldId="268"/>
            <ac:spMk id="3" creationId="{4C5C3D50-7206-4852-849C-17212D9CC469}"/>
          </ac:spMkLst>
        </pc:spChg>
        <pc:spChg chg="add del mod">
          <ac:chgData name="lalitha Raj" userId="012fbc4aaa1b6537" providerId="LiveId" clId="{5A64F062-11B5-45CD-BC93-6350B0FFBF78}" dt="2026-01-04T15:20:40.832" v="2758" actId="255"/>
          <ac:spMkLst>
            <pc:docMk/>
            <pc:sldMk cId="694971249" sldId="268"/>
            <ac:spMk id="4" creationId="{902A8DA2-8628-41E0-9625-A2E0D09B0DDF}"/>
          </ac:spMkLst>
        </pc:spChg>
        <pc:spChg chg="add del mod">
          <ac:chgData name="lalitha Raj" userId="012fbc4aaa1b6537" providerId="LiveId" clId="{5A64F062-11B5-45CD-BC93-6350B0FFBF78}" dt="2026-01-04T14:45:54.339" v="2429"/>
          <ac:spMkLst>
            <pc:docMk/>
            <pc:sldMk cId="694971249" sldId="268"/>
            <ac:spMk id="5" creationId="{65EDAAC8-3873-4FB8-9797-F1372CB92FF9}"/>
          </ac:spMkLst>
        </pc:spChg>
        <pc:picChg chg="add mod">
          <ac:chgData name="lalitha Raj" userId="012fbc4aaa1b6537" providerId="LiveId" clId="{5A64F062-11B5-45CD-BC93-6350B0FFBF78}" dt="2026-01-04T15:20:03.981" v="2751" actId="14100"/>
          <ac:picMkLst>
            <pc:docMk/>
            <pc:sldMk cId="694971249" sldId="268"/>
            <ac:picMk id="7" creationId="{93569ED9-62A1-4578-8CA1-EF2BA5E57CEB}"/>
          </ac:picMkLst>
        </pc:picChg>
      </pc:sldChg>
      <pc:sldChg chg="addSp delSp modSp new mod">
        <pc:chgData name="lalitha Raj" userId="012fbc4aaa1b6537" providerId="LiveId" clId="{5A64F062-11B5-45CD-BC93-6350B0FFBF78}" dt="2026-01-04T15:19:42.297" v="2749" actId="255"/>
        <pc:sldMkLst>
          <pc:docMk/>
          <pc:sldMk cId="3623749359" sldId="269"/>
        </pc:sldMkLst>
        <pc:spChg chg="mod">
          <ac:chgData name="lalitha Raj" userId="012fbc4aaa1b6537" providerId="LiveId" clId="{5A64F062-11B5-45CD-BC93-6350B0FFBF78}" dt="2026-01-04T14:55:25.040" v="2563" actId="113"/>
          <ac:spMkLst>
            <pc:docMk/>
            <pc:sldMk cId="3623749359" sldId="269"/>
            <ac:spMk id="2" creationId="{BECD8DD9-0A42-4A33-A900-0D84792031AA}"/>
          </ac:spMkLst>
        </pc:spChg>
        <pc:spChg chg="del">
          <ac:chgData name="lalitha Raj" userId="012fbc4aaa1b6537" providerId="LiveId" clId="{5A64F062-11B5-45CD-BC93-6350B0FFBF78}" dt="2026-01-04T14:54:39.696" v="2553" actId="22"/>
          <ac:spMkLst>
            <pc:docMk/>
            <pc:sldMk cId="3623749359" sldId="269"/>
            <ac:spMk id="3" creationId="{00B1EA2C-FF33-4633-8BAB-DBD0AE40BB5B}"/>
          </ac:spMkLst>
        </pc:spChg>
        <pc:spChg chg="add del mod">
          <ac:chgData name="lalitha Raj" userId="012fbc4aaa1b6537" providerId="LiveId" clId="{5A64F062-11B5-45CD-BC93-6350B0FFBF78}" dt="2026-01-04T15:19:42.297" v="2749" actId="255"/>
          <ac:spMkLst>
            <pc:docMk/>
            <pc:sldMk cId="3623749359" sldId="269"/>
            <ac:spMk id="4" creationId="{A5DB5824-9CC0-424D-A38E-A598C1BF7326}"/>
          </ac:spMkLst>
        </pc:spChg>
        <pc:spChg chg="add del mod">
          <ac:chgData name="lalitha Raj" userId="012fbc4aaa1b6537" providerId="LiveId" clId="{5A64F062-11B5-45CD-BC93-6350B0FFBF78}" dt="2026-01-04T14:51:46.802" v="2539"/>
          <ac:spMkLst>
            <pc:docMk/>
            <pc:sldMk cId="3623749359" sldId="269"/>
            <ac:spMk id="5" creationId="{0A11FE9C-38A9-4203-A829-8A5D6D757A55}"/>
          </ac:spMkLst>
        </pc:spChg>
        <pc:picChg chg="add mod ord">
          <ac:chgData name="lalitha Raj" userId="012fbc4aaa1b6537" providerId="LiveId" clId="{5A64F062-11B5-45CD-BC93-6350B0FFBF78}" dt="2026-01-04T15:14:12.054" v="2694" actId="14100"/>
          <ac:picMkLst>
            <pc:docMk/>
            <pc:sldMk cId="3623749359" sldId="269"/>
            <ac:picMk id="7" creationId="{51EB2745-86C9-4EDE-A814-519276FE3120}"/>
          </ac:picMkLst>
        </pc:picChg>
      </pc:sldChg>
      <pc:sldChg chg="addSp delSp modSp new mod">
        <pc:chgData name="lalitha Raj" userId="012fbc4aaa1b6537" providerId="LiveId" clId="{5A64F062-11B5-45CD-BC93-6350B0FFBF78}" dt="2026-01-04T15:16:05.257" v="2703" actId="14100"/>
        <pc:sldMkLst>
          <pc:docMk/>
          <pc:sldMk cId="2681577456" sldId="270"/>
        </pc:sldMkLst>
        <pc:spChg chg="mod">
          <ac:chgData name="lalitha Raj" userId="012fbc4aaa1b6537" providerId="LiveId" clId="{5A64F062-11B5-45CD-BC93-6350B0FFBF78}" dt="2026-01-04T15:06:38.750" v="2655" actId="1076"/>
          <ac:spMkLst>
            <pc:docMk/>
            <pc:sldMk cId="2681577456" sldId="270"/>
            <ac:spMk id="2" creationId="{E8ED3C31-80C9-4DD1-AD8E-80C961E60453}"/>
          </ac:spMkLst>
        </pc:spChg>
        <pc:spChg chg="del mod">
          <ac:chgData name="lalitha Raj" userId="012fbc4aaa1b6537" providerId="LiveId" clId="{5A64F062-11B5-45CD-BC93-6350B0FFBF78}" dt="2026-01-04T15:09:26.087" v="2664" actId="22"/>
          <ac:spMkLst>
            <pc:docMk/>
            <pc:sldMk cId="2681577456" sldId="270"/>
            <ac:spMk id="3" creationId="{EF6CAA04-58C4-4A60-BDCE-4023DE59F37E}"/>
          </ac:spMkLst>
        </pc:spChg>
        <pc:spChg chg="add del mod">
          <ac:chgData name="lalitha Raj" userId="012fbc4aaa1b6537" providerId="LiveId" clId="{5A64F062-11B5-45CD-BC93-6350B0FFBF78}" dt="2026-01-04T14:57:30.297" v="2572"/>
          <ac:spMkLst>
            <pc:docMk/>
            <pc:sldMk cId="2681577456" sldId="270"/>
            <ac:spMk id="4" creationId="{2A98FDB1-EF5F-4C76-889C-054703682FF1}"/>
          </ac:spMkLst>
        </pc:spChg>
        <pc:spChg chg="add del mod">
          <ac:chgData name="lalitha Raj" userId="012fbc4aaa1b6537" providerId="LiveId" clId="{5A64F062-11B5-45CD-BC93-6350B0FFBF78}" dt="2026-01-04T14:57:20.858" v="2568"/>
          <ac:spMkLst>
            <pc:docMk/>
            <pc:sldMk cId="2681577456" sldId="270"/>
            <ac:spMk id="5" creationId="{DC34156B-43F1-4787-BE61-2932ECF06D07}"/>
          </ac:spMkLst>
        </pc:spChg>
        <pc:spChg chg="add del mod">
          <ac:chgData name="lalitha Raj" userId="012fbc4aaa1b6537" providerId="LiveId" clId="{5A64F062-11B5-45CD-BC93-6350B0FFBF78}" dt="2026-01-04T15:09:57.723" v="2670" actId="478"/>
          <ac:spMkLst>
            <pc:docMk/>
            <pc:sldMk cId="2681577456" sldId="270"/>
            <ac:spMk id="6" creationId="{196BC8D1-5B10-43DA-B7E2-C61EC658D035}"/>
          </ac:spMkLst>
        </pc:spChg>
        <pc:spChg chg="add mod">
          <ac:chgData name="lalitha Raj" userId="012fbc4aaa1b6537" providerId="LiveId" clId="{5A64F062-11B5-45CD-BC93-6350B0FFBF78}" dt="2026-01-04T15:08:33.352" v="2663" actId="14100"/>
          <ac:spMkLst>
            <pc:docMk/>
            <pc:sldMk cId="2681577456" sldId="270"/>
            <ac:spMk id="8" creationId="{C1C9D259-3129-49CC-8F96-FFF88456F319}"/>
          </ac:spMkLst>
        </pc:spChg>
        <pc:spChg chg="add del">
          <ac:chgData name="lalitha Raj" userId="012fbc4aaa1b6537" providerId="LiveId" clId="{5A64F062-11B5-45CD-BC93-6350B0FFBF78}" dt="2026-01-04T15:03:08.862" v="2594"/>
          <ac:spMkLst>
            <pc:docMk/>
            <pc:sldMk cId="2681577456" sldId="270"/>
            <ac:spMk id="9" creationId="{C65F99BE-95A7-4DE1-A6D3-CC15F768A46E}"/>
          </ac:spMkLst>
        </pc:spChg>
        <pc:spChg chg="add del mod">
          <ac:chgData name="lalitha Raj" userId="012fbc4aaa1b6537" providerId="LiveId" clId="{5A64F062-11B5-45CD-BC93-6350B0FFBF78}" dt="2026-01-04T15:10:07.727" v="2672" actId="478"/>
          <ac:spMkLst>
            <pc:docMk/>
            <pc:sldMk cId="2681577456" sldId="270"/>
            <ac:spMk id="12" creationId="{B5A6AD7B-B56B-4FDE-BFEB-EE5A95B01373}"/>
          </ac:spMkLst>
        </pc:spChg>
        <pc:picChg chg="add mod ord">
          <ac:chgData name="lalitha Raj" userId="012fbc4aaa1b6537" providerId="LiveId" clId="{5A64F062-11B5-45CD-BC93-6350B0FFBF78}" dt="2026-01-04T15:16:05.257" v="2703" actId="14100"/>
          <ac:picMkLst>
            <pc:docMk/>
            <pc:sldMk cId="2681577456" sldId="270"/>
            <ac:picMk id="11" creationId="{1F8D527F-1A60-40A2-86F0-4B914BE5E2ED}"/>
          </ac:picMkLst>
        </pc:picChg>
      </pc:sldChg>
      <pc:sldChg chg="addSp delSp modSp new mod">
        <pc:chgData name="lalitha Raj" userId="012fbc4aaa1b6537" providerId="LiveId" clId="{5A64F062-11B5-45CD-BC93-6350B0FFBF78}" dt="2026-01-04T15:26:35.309" v="2783" actId="207"/>
        <pc:sldMkLst>
          <pc:docMk/>
          <pc:sldMk cId="2315669433" sldId="271"/>
        </pc:sldMkLst>
        <pc:spChg chg="mod">
          <ac:chgData name="lalitha Raj" userId="012fbc4aaa1b6537" providerId="LiveId" clId="{5A64F062-11B5-45CD-BC93-6350B0FFBF78}" dt="2026-01-04T15:17:46.336" v="2722" actId="13926"/>
          <ac:spMkLst>
            <pc:docMk/>
            <pc:sldMk cId="2315669433" sldId="271"/>
            <ac:spMk id="2" creationId="{13ACEE1A-FA70-403A-95B9-BD22BE3EDA39}"/>
          </ac:spMkLst>
        </pc:spChg>
        <pc:spChg chg="del mod">
          <ac:chgData name="lalitha Raj" userId="012fbc4aaa1b6537" providerId="LiveId" clId="{5A64F062-11B5-45CD-BC93-6350B0FFBF78}" dt="2026-01-04T15:15:38.063" v="2696" actId="22"/>
          <ac:spMkLst>
            <pc:docMk/>
            <pc:sldMk cId="2315669433" sldId="271"/>
            <ac:spMk id="3" creationId="{3F776AF4-9B81-4F79-9543-50461F909A46}"/>
          </ac:spMkLst>
        </pc:spChg>
        <pc:spChg chg="add del mod">
          <ac:chgData name="lalitha Raj" userId="012fbc4aaa1b6537" providerId="LiveId" clId="{5A64F062-11B5-45CD-BC93-6350B0FFBF78}" dt="2026-01-04T15:26:35.309" v="2783" actId="207"/>
          <ac:spMkLst>
            <pc:docMk/>
            <pc:sldMk cId="2315669433" sldId="271"/>
            <ac:spMk id="4" creationId="{82A888ED-082F-4583-B7A8-A377062CE780}"/>
          </ac:spMkLst>
        </pc:spChg>
        <pc:spChg chg="add del mod">
          <ac:chgData name="lalitha Raj" userId="012fbc4aaa1b6537" providerId="LiveId" clId="{5A64F062-11B5-45CD-BC93-6350B0FFBF78}" dt="2026-01-04T15:16:48.729" v="2707"/>
          <ac:spMkLst>
            <pc:docMk/>
            <pc:sldMk cId="2315669433" sldId="271"/>
            <ac:spMk id="9" creationId="{751382BC-35FD-469C-BD7D-2E058CDEE183}"/>
          </ac:spMkLst>
        </pc:spChg>
        <pc:picChg chg="add del mod">
          <ac:chgData name="lalitha Raj" userId="012fbc4aaa1b6537" providerId="LiveId" clId="{5A64F062-11B5-45CD-BC93-6350B0FFBF78}" dt="2026-01-04T15:14:24.221" v="2695" actId="478"/>
          <ac:picMkLst>
            <pc:docMk/>
            <pc:sldMk cId="2315669433" sldId="271"/>
            <ac:picMk id="6" creationId="{A169B0F5-9D80-4A0E-A258-47FA9511AAE1}"/>
          </ac:picMkLst>
        </pc:picChg>
        <pc:picChg chg="add mod ord">
          <ac:chgData name="lalitha Raj" userId="012fbc4aaa1b6537" providerId="LiveId" clId="{5A64F062-11B5-45CD-BC93-6350B0FFBF78}" dt="2026-01-04T15:16:13.346" v="2705" actId="14100"/>
          <ac:picMkLst>
            <pc:docMk/>
            <pc:sldMk cId="2315669433" sldId="271"/>
            <ac:picMk id="8" creationId="{86C802B9-62FC-4C59-922F-3B8F631E3189}"/>
          </ac:picMkLst>
        </pc:picChg>
      </pc:sldChg>
      <pc:sldChg chg="addSp delSp modSp new add del mod modAnim">
        <pc:chgData name="lalitha Raj" userId="012fbc4aaa1b6537" providerId="LiveId" clId="{5A64F062-11B5-45CD-BC93-6350B0FFBF78}" dt="2026-01-04T15:49:11.022" v="2912" actId="1076"/>
        <pc:sldMkLst>
          <pc:docMk/>
          <pc:sldMk cId="3562263865" sldId="272"/>
        </pc:sldMkLst>
        <pc:spChg chg="mod">
          <ac:chgData name="lalitha Raj" userId="012fbc4aaa1b6537" providerId="LiveId" clId="{5A64F062-11B5-45CD-BC93-6350B0FFBF78}" dt="2026-01-04T15:29:44.554" v="2802" actId="113"/>
          <ac:spMkLst>
            <pc:docMk/>
            <pc:sldMk cId="3562263865" sldId="272"/>
            <ac:spMk id="2" creationId="{6009A3C6-B725-4209-AA9C-CF30829D6205}"/>
          </ac:spMkLst>
        </pc:spChg>
        <pc:spChg chg="del">
          <ac:chgData name="lalitha Raj" userId="012fbc4aaa1b6537" providerId="LiveId" clId="{5A64F062-11B5-45CD-BC93-6350B0FFBF78}" dt="2026-01-04T15:24:21.596" v="2768" actId="22"/>
          <ac:spMkLst>
            <pc:docMk/>
            <pc:sldMk cId="3562263865" sldId="272"/>
            <ac:spMk id="3" creationId="{CD6CCFFE-8290-447F-B7B4-F48900637674}"/>
          </ac:spMkLst>
        </pc:spChg>
        <pc:spChg chg="add del mod">
          <ac:chgData name="lalitha Raj" userId="012fbc4aaa1b6537" providerId="LiveId" clId="{5A64F062-11B5-45CD-BC93-6350B0FFBF78}" dt="2026-01-04T15:30:09.878" v="2805" actId="20577"/>
          <ac:spMkLst>
            <pc:docMk/>
            <pc:sldMk cId="3562263865" sldId="272"/>
            <ac:spMk id="4" creationId="{97D2B3D4-D976-4CAC-8132-E89B6F8FA680}"/>
          </ac:spMkLst>
        </pc:spChg>
        <pc:spChg chg="add del mod">
          <ac:chgData name="lalitha Raj" userId="012fbc4aaa1b6537" providerId="LiveId" clId="{5A64F062-11B5-45CD-BC93-6350B0FFBF78}" dt="2026-01-04T15:18:20.672" v="2725"/>
          <ac:spMkLst>
            <pc:docMk/>
            <pc:sldMk cId="3562263865" sldId="272"/>
            <ac:spMk id="5" creationId="{1B08AFBA-9D15-4006-BD8E-76BA6AA0A7F2}"/>
          </ac:spMkLst>
        </pc:spChg>
        <pc:spChg chg="add del mod">
          <ac:chgData name="lalitha Raj" userId="012fbc4aaa1b6537" providerId="LiveId" clId="{5A64F062-11B5-45CD-BC93-6350B0FFBF78}" dt="2026-01-04T15:25:35.306" v="2776" actId="22"/>
          <ac:spMkLst>
            <pc:docMk/>
            <pc:sldMk cId="3562263865" sldId="272"/>
            <ac:spMk id="9" creationId="{42B6B2D1-A97F-4182-B282-CABF944592A5}"/>
          </ac:spMkLst>
        </pc:spChg>
        <pc:spChg chg="add del mod">
          <ac:chgData name="lalitha Raj" userId="012fbc4aaa1b6537" providerId="LiveId" clId="{5A64F062-11B5-45CD-BC93-6350B0FFBF78}" dt="2026-01-04T15:48:45.307" v="2906" actId="931"/>
          <ac:spMkLst>
            <pc:docMk/>
            <pc:sldMk cId="3562263865" sldId="272"/>
            <ac:spMk id="13" creationId="{F74629B1-E0E2-4D78-B8FC-7E18C00E4928}"/>
          </ac:spMkLst>
        </pc:spChg>
        <pc:graphicFrameChg chg="add mod modGraphic">
          <ac:chgData name="lalitha Raj" userId="012fbc4aaa1b6537" providerId="LiveId" clId="{5A64F062-11B5-45CD-BC93-6350B0FFBF78}" dt="2026-01-04T15:49:11.022" v="2912" actId="1076"/>
          <ac:graphicFrameMkLst>
            <pc:docMk/>
            <pc:sldMk cId="3562263865" sldId="272"/>
            <ac:graphicFrameMk id="16" creationId="{C0FA8767-1C4A-45FD-BCFF-142E45BDE30F}"/>
          </ac:graphicFrameMkLst>
        </pc:graphicFrameChg>
        <pc:picChg chg="add del mod ord">
          <ac:chgData name="lalitha Raj" userId="012fbc4aaa1b6537" providerId="LiveId" clId="{5A64F062-11B5-45CD-BC93-6350B0FFBF78}" dt="2026-01-04T15:24:58.446" v="2775" actId="478"/>
          <ac:picMkLst>
            <pc:docMk/>
            <pc:sldMk cId="3562263865" sldId="272"/>
            <ac:picMk id="7" creationId="{36ACCBB6-3C51-4C0D-A6C7-DF259E68AFE7}"/>
          </ac:picMkLst>
        </pc:picChg>
        <pc:picChg chg="add del mod ord">
          <ac:chgData name="lalitha Raj" userId="012fbc4aaa1b6537" providerId="LiveId" clId="{5A64F062-11B5-45CD-BC93-6350B0FFBF78}" dt="2026-01-04T15:29:19.032" v="2791" actId="478"/>
          <ac:picMkLst>
            <pc:docMk/>
            <pc:sldMk cId="3562263865" sldId="272"/>
            <ac:picMk id="11" creationId="{6110EE9B-B2FA-441C-90AE-9ED690B63E98}"/>
          </ac:picMkLst>
        </pc:picChg>
        <pc:picChg chg="add mod">
          <ac:chgData name="lalitha Raj" userId="012fbc4aaa1b6537" providerId="LiveId" clId="{5A64F062-11B5-45CD-BC93-6350B0FFBF78}" dt="2026-01-04T15:49:01.146" v="2910" actId="1076"/>
          <ac:picMkLst>
            <pc:docMk/>
            <pc:sldMk cId="3562263865" sldId="272"/>
            <ac:picMk id="15" creationId="{3B855F4C-FB76-4D22-B9C9-4285985AE438}"/>
          </ac:picMkLst>
        </pc:picChg>
      </pc:sldChg>
      <pc:sldChg chg="addSp delSp modSp new mod modClrScheme modAnim chgLayout">
        <pc:chgData name="lalitha Raj" userId="012fbc4aaa1b6537" providerId="LiveId" clId="{5A64F062-11B5-45CD-BC93-6350B0FFBF78}" dt="2026-01-04T15:49:25.110" v="2913" actId="1076"/>
        <pc:sldMkLst>
          <pc:docMk/>
          <pc:sldMk cId="310453974" sldId="273"/>
        </pc:sldMkLst>
        <pc:spChg chg="del mod ord">
          <ac:chgData name="lalitha Raj" userId="012fbc4aaa1b6537" providerId="LiveId" clId="{5A64F062-11B5-45CD-BC93-6350B0FFBF78}" dt="2026-01-04T15:33:27.569" v="2807" actId="700"/>
          <ac:spMkLst>
            <pc:docMk/>
            <pc:sldMk cId="310453974" sldId="273"/>
            <ac:spMk id="2" creationId="{76C667ED-A58E-4D37-8D7D-40F1F4023704}"/>
          </ac:spMkLst>
        </pc:spChg>
        <pc:spChg chg="del mod ord">
          <ac:chgData name="lalitha Raj" userId="012fbc4aaa1b6537" providerId="LiveId" clId="{5A64F062-11B5-45CD-BC93-6350B0FFBF78}" dt="2026-01-04T15:33:27.569" v="2807" actId="700"/>
          <ac:spMkLst>
            <pc:docMk/>
            <pc:sldMk cId="310453974" sldId="273"/>
            <ac:spMk id="3" creationId="{B618341D-6266-43A8-894F-1483BBC76570}"/>
          </ac:spMkLst>
        </pc:spChg>
        <pc:spChg chg="del">
          <ac:chgData name="lalitha Raj" userId="012fbc4aaa1b6537" providerId="LiveId" clId="{5A64F062-11B5-45CD-BC93-6350B0FFBF78}" dt="2026-01-04T15:33:27.569" v="2807" actId="700"/>
          <ac:spMkLst>
            <pc:docMk/>
            <pc:sldMk cId="310453974" sldId="273"/>
            <ac:spMk id="4" creationId="{EEE86FDD-6EA2-4832-BC65-AA1394E917A3}"/>
          </ac:spMkLst>
        </pc:spChg>
        <pc:spChg chg="add del mod ord">
          <ac:chgData name="lalitha Raj" userId="012fbc4aaa1b6537" providerId="LiveId" clId="{5A64F062-11B5-45CD-BC93-6350B0FFBF78}" dt="2026-01-04T15:42:45.177" v="2888" actId="14100"/>
          <ac:spMkLst>
            <pc:docMk/>
            <pc:sldMk cId="310453974" sldId="273"/>
            <ac:spMk id="5" creationId="{B478CC66-3F98-4AE5-BC0A-521BB21A3C76}"/>
          </ac:spMkLst>
        </pc:spChg>
        <pc:spChg chg="add mod ord">
          <ac:chgData name="lalitha Raj" userId="012fbc4aaa1b6537" providerId="LiveId" clId="{5A64F062-11B5-45CD-BC93-6350B0FFBF78}" dt="2026-01-04T15:42:54.674" v="2889" actId="14100"/>
          <ac:spMkLst>
            <pc:docMk/>
            <pc:sldMk cId="310453974" sldId="273"/>
            <ac:spMk id="6" creationId="{CF3E0CB5-F9F9-4108-8E15-106EE8090FA8}"/>
          </ac:spMkLst>
        </pc:spChg>
        <pc:graphicFrameChg chg="add mod">
          <ac:chgData name="lalitha Raj" userId="012fbc4aaa1b6537" providerId="LiveId" clId="{5A64F062-11B5-45CD-BC93-6350B0FFBF78}" dt="2026-01-04T15:49:25.110" v="2913" actId="1076"/>
          <ac:graphicFrameMkLst>
            <pc:docMk/>
            <pc:sldMk cId="310453974" sldId="273"/>
            <ac:graphicFrameMk id="7" creationId="{EBD33823-FDE3-4432-A115-56E09FA0CAD2}"/>
          </ac:graphicFrameMkLst>
        </pc:graphicFrameChg>
      </pc:sldChg>
      <pc:sldChg chg="addSp delSp modSp new mod modAnim">
        <pc:chgData name="lalitha Raj" userId="012fbc4aaa1b6537" providerId="LiveId" clId="{5A64F062-11B5-45CD-BC93-6350B0FFBF78}" dt="2026-01-04T15:51:44.301" v="2929" actId="1076"/>
        <pc:sldMkLst>
          <pc:docMk/>
          <pc:sldMk cId="3353836101" sldId="274"/>
        </pc:sldMkLst>
        <pc:spChg chg="add del mod">
          <ac:chgData name="lalitha Raj" userId="012fbc4aaa1b6537" providerId="LiveId" clId="{5A64F062-11B5-45CD-BC93-6350B0FFBF78}" dt="2026-01-04T15:42:35.039" v="2887" actId="1076"/>
          <ac:spMkLst>
            <pc:docMk/>
            <pc:sldMk cId="3353836101" sldId="274"/>
            <ac:spMk id="2" creationId="{E1388E40-F371-49E3-B966-AD124234EB90}"/>
          </ac:spMkLst>
        </pc:spChg>
        <pc:spChg chg="add del mod">
          <ac:chgData name="lalitha Raj" userId="012fbc4aaa1b6537" providerId="LiveId" clId="{5A64F062-11B5-45CD-BC93-6350B0FFBF78}" dt="2026-01-04T15:50:49.881" v="2923" actId="20577"/>
          <ac:spMkLst>
            <pc:docMk/>
            <pc:sldMk cId="3353836101" sldId="274"/>
            <ac:spMk id="3" creationId="{6919EB81-C165-4B8A-BA92-A2D0AE2246AE}"/>
          </ac:spMkLst>
        </pc:spChg>
        <pc:spChg chg="add del mod">
          <ac:chgData name="lalitha Raj" userId="012fbc4aaa1b6537" providerId="LiveId" clId="{5A64F062-11B5-45CD-BC93-6350B0FFBF78}" dt="2026-01-04T15:38:48.844" v="2860"/>
          <ac:spMkLst>
            <pc:docMk/>
            <pc:sldMk cId="3353836101" sldId="274"/>
            <ac:spMk id="4" creationId="{DD04D1F0-C10E-4335-A94F-5FC8B9B0CF8D}"/>
          </ac:spMkLst>
        </pc:spChg>
        <pc:spChg chg="add del mod">
          <ac:chgData name="lalitha Raj" userId="012fbc4aaa1b6537" providerId="LiveId" clId="{5A64F062-11B5-45CD-BC93-6350B0FFBF78}" dt="2026-01-04T15:39:28.912" v="2870"/>
          <ac:spMkLst>
            <pc:docMk/>
            <pc:sldMk cId="3353836101" sldId="274"/>
            <ac:spMk id="5" creationId="{34659BBB-24F7-489E-97EA-3A11C1185F0A}"/>
          </ac:spMkLst>
        </pc:spChg>
        <pc:graphicFrameChg chg="add mod modGraphic">
          <ac:chgData name="lalitha Raj" userId="012fbc4aaa1b6537" providerId="LiveId" clId="{5A64F062-11B5-45CD-BC93-6350B0FFBF78}" dt="2026-01-04T15:51:44.301" v="2929" actId="1076"/>
          <ac:graphicFrameMkLst>
            <pc:docMk/>
            <pc:sldMk cId="3353836101" sldId="274"/>
            <ac:graphicFrameMk id="6" creationId="{92F804A2-0430-4C75-8716-8B154422566E}"/>
          </ac:graphicFrameMkLst>
        </pc:graphicFrameChg>
      </pc:sldChg>
      <pc:sldMasterChg chg="setBg modSldLayout">
        <pc:chgData name="lalitha Raj" userId="012fbc4aaa1b6537" providerId="LiveId" clId="{5A64F062-11B5-45CD-BC93-6350B0FFBF78}" dt="2025-12-27T09:33:41.724" v="461"/>
        <pc:sldMasterMkLst>
          <pc:docMk/>
          <pc:sldMasterMk cId="1072598975" sldId="2147483648"/>
        </pc:sldMasterMkLst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542547911" sldId="2147483649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2902656582" sldId="2147483650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685963238" sldId="2147483651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3544604629" sldId="2147483652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4163264532" sldId="2147483653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451027497" sldId="2147483654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3898772222" sldId="2147483655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1242271980" sldId="2147483656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1772744091" sldId="2147483657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426462845" sldId="2147483658"/>
          </pc:sldLayoutMkLst>
        </pc:sldLayoutChg>
        <pc:sldLayoutChg chg="setBg">
          <pc:chgData name="lalitha Raj" userId="012fbc4aaa1b6537" providerId="LiveId" clId="{5A64F062-11B5-45CD-BC93-6350B0FFBF78}" dt="2025-12-27T09:33:41.724" v="461"/>
          <pc:sldLayoutMkLst>
            <pc:docMk/>
            <pc:sldMasterMk cId="1072598975" sldId="2147483648"/>
            <pc:sldLayoutMk cId="732697126" sldId="2147483659"/>
          </pc:sldLayoutMkLst>
        </pc:sldLayoutChg>
      </pc:sldMasterChg>
      <pc:sldMasterChg chg="setBg modSldLayout">
        <pc:chgData name="lalitha Raj" userId="012fbc4aaa1b6537" providerId="LiveId" clId="{5A64F062-11B5-45CD-BC93-6350B0FFBF78}" dt="2025-12-27T09:35:16.243" v="476"/>
        <pc:sldMasterMkLst>
          <pc:docMk/>
          <pc:sldMasterMk cId="1709571749" sldId="2147483660"/>
        </pc:sldMasterMkLst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3633684270" sldId="2147483661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2829992968" sldId="2147483662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2105840437" sldId="2147483663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3811296088" sldId="2147483664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1965303053" sldId="2147483665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4027623993" sldId="2147483666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1417470616" sldId="2147483667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2197624958" sldId="2147483668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3015063093" sldId="2147483669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3879300600" sldId="2147483670"/>
          </pc:sldLayoutMkLst>
        </pc:sldLayoutChg>
        <pc:sldLayoutChg chg="setBg">
          <pc:chgData name="lalitha Raj" userId="012fbc4aaa1b6537" providerId="LiveId" clId="{5A64F062-11B5-45CD-BC93-6350B0FFBF78}" dt="2025-12-27T09:35:16.243" v="476"/>
          <pc:sldLayoutMkLst>
            <pc:docMk/>
            <pc:sldMasterMk cId="1709571749" sldId="2147483660"/>
            <pc:sldLayoutMk cId="1438921487" sldId="2147483671"/>
          </pc:sldLayoutMkLst>
        </pc:sldLayoutChg>
      </pc:sldMasterChg>
      <pc:sldMasterChg chg="setBg">
        <pc:chgData name="lalitha Raj" userId="012fbc4aaa1b6537" providerId="LiveId" clId="{5A64F062-11B5-45CD-BC93-6350B0FFBF78}" dt="2025-12-27T09:45:37.838" v="566"/>
        <pc:sldMasterMkLst>
          <pc:docMk/>
          <pc:sldMasterMk cId="2004275859" sldId="2147483770"/>
        </pc:sldMasterMkLst>
      </pc:sldMasterChg>
      <pc:sldMasterChg chg="setBg modSldLayout">
        <pc:chgData name="lalitha Raj" userId="012fbc4aaa1b6537" providerId="LiveId" clId="{5A64F062-11B5-45CD-BC93-6350B0FFBF78}" dt="2025-12-27T09:49:48.293" v="570"/>
        <pc:sldMasterMkLst>
          <pc:docMk/>
          <pc:sldMasterMk cId="902042110" sldId="2147483811"/>
        </pc:sldMasterMkLst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259838619" sldId="2147483812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760623251" sldId="2147483813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1917386619" sldId="2147483814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1724299752" sldId="2147483815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655336679" sldId="2147483816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1821853279" sldId="2147483817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305891671" sldId="2147483818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987647016" sldId="2147483819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4246453450" sldId="2147483820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120994620" sldId="2147483821"/>
          </pc:sldLayoutMkLst>
        </pc:sldLayoutChg>
        <pc:sldLayoutChg chg="setBg">
          <pc:chgData name="lalitha Raj" userId="012fbc4aaa1b6537" providerId="LiveId" clId="{5A64F062-11B5-45CD-BC93-6350B0FFBF78}" dt="2025-12-27T09:49:48.293" v="570"/>
          <pc:sldLayoutMkLst>
            <pc:docMk/>
            <pc:sldMasterMk cId="902042110" sldId="2147483811"/>
            <pc:sldLayoutMk cId="3298985600" sldId="2147483822"/>
          </pc:sldLayoutMkLst>
        </pc:sldLayoutChg>
      </pc:sldMasterChg>
      <pc:sldMasterChg chg="setBg modSldLayout">
        <pc:chgData name="lalitha Raj" userId="012fbc4aaa1b6537" providerId="LiveId" clId="{5A64F062-11B5-45CD-BC93-6350B0FFBF78}" dt="2025-12-27T09:57:06.049" v="858"/>
        <pc:sldMasterMkLst>
          <pc:docMk/>
          <pc:sldMasterMk cId="2493074502" sldId="2147483900"/>
        </pc:sldMasterMkLst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2363703893" sldId="2147483901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794735557" sldId="2147483902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940684553" sldId="2147483903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4106130976" sldId="2147483904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2798397146" sldId="2147483905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693103848" sldId="2147483906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1660320018" sldId="2147483907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2029499861" sldId="2147483908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3523751682" sldId="2147483909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4105204362" sldId="2147483910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3684848029" sldId="2147483911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2654213431" sldId="2147483912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4135644101" sldId="2147483913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1305273755" sldId="2147483914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1352019387" sldId="2147483915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1512166546" sldId="2147483916"/>
          </pc:sldLayoutMkLst>
        </pc:sldLayoutChg>
        <pc:sldLayoutChg chg="setBg">
          <pc:chgData name="lalitha Raj" userId="012fbc4aaa1b6537" providerId="LiveId" clId="{5A64F062-11B5-45CD-BC93-6350B0FFBF78}" dt="2025-12-27T09:57:06.049" v="858"/>
          <pc:sldLayoutMkLst>
            <pc:docMk/>
            <pc:sldMasterMk cId="2493074502" sldId="2147483900"/>
            <pc:sldLayoutMk cId="2451725307" sldId="2147483917"/>
          </pc:sldLayoutMkLst>
        </pc:sldLayoutChg>
      </pc:sldMasterChg>
      <pc:sldMasterChg chg="setBg modSldLayout">
        <pc:chgData name="lalitha Raj" userId="012fbc4aaa1b6537" providerId="LiveId" clId="{5A64F062-11B5-45CD-BC93-6350B0FFBF78}" dt="2025-12-27T10:17:07.490" v="974"/>
        <pc:sldMasterMkLst>
          <pc:docMk/>
          <pc:sldMasterMk cId="2543859208" sldId="2147484018"/>
        </pc:sldMasterMkLst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3753161006" sldId="2147484019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201251157" sldId="2147484020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515498327" sldId="2147484021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3864910089" sldId="2147484022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762699826" sldId="2147484023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1987710435" sldId="2147484024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933553576" sldId="2147484025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3613230374" sldId="2147484026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60206888" sldId="2147484027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83782654" sldId="2147484028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830838455" sldId="2147484029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1671456" sldId="2147484030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1579248713" sldId="2147484031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2042864413" sldId="2147484032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3857748572" sldId="2147484033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1161780635" sldId="2147484034"/>
          </pc:sldLayoutMkLst>
        </pc:sldLayoutChg>
        <pc:sldLayoutChg chg="setBg">
          <pc:chgData name="lalitha Raj" userId="012fbc4aaa1b6537" providerId="LiveId" clId="{5A64F062-11B5-45CD-BC93-6350B0FFBF78}" dt="2025-12-27T10:17:07.490" v="974"/>
          <pc:sldLayoutMkLst>
            <pc:docMk/>
            <pc:sldMasterMk cId="2543859208" sldId="2147484018"/>
            <pc:sldLayoutMk cId="1292633765" sldId="2147484035"/>
          </pc:sldLayoutMkLst>
        </pc:sldLayoutChg>
      </pc:sldMasterChg>
      <pc:sldMasterChg chg="setBg modSldLayout">
        <pc:chgData name="lalitha Raj" userId="012fbc4aaa1b6537" providerId="LiveId" clId="{5A64F062-11B5-45CD-BC93-6350B0FFBF78}" dt="2025-12-27T10:29:22.504" v="1161"/>
        <pc:sldMasterMkLst>
          <pc:docMk/>
          <pc:sldMasterMk cId="1790612251" sldId="2147484036"/>
        </pc:sldMasterMkLst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538209757" sldId="2147484037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1829378712" sldId="2147484038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2503254642" sldId="2147484039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863560833" sldId="2147484040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420735359" sldId="2147484041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1806623735" sldId="2147484042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084701438" sldId="2147484043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767785361" sldId="2147484044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779689274" sldId="2147484045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1904592886" sldId="2147484046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491636998" sldId="2147484047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214265672" sldId="2147484048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826630914" sldId="2147484049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57512709" sldId="2147484050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749634685" sldId="2147484051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3566763576" sldId="2147484052"/>
          </pc:sldLayoutMkLst>
        </pc:sldLayoutChg>
        <pc:sldLayoutChg chg="setBg">
          <pc:chgData name="lalitha Raj" userId="012fbc4aaa1b6537" providerId="LiveId" clId="{5A64F062-11B5-45CD-BC93-6350B0FFBF78}" dt="2025-12-27T10:29:22.504" v="1161"/>
          <pc:sldLayoutMkLst>
            <pc:docMk/>
            <pc:sldMasterMk cId="1790612251" sldId="2147484036"/>
            <pc:sldLayoutMk cId="113911828" sldId="2147484053"/>
          </pc:sldLayoutMkLst>
        </pc:sldLayoutChg>
      </pc:sldMasterChg>
      <pc:sldMasterChg chg="setBg modSldLayout">
        <pc:chgData name="lalitha Raj" userId="012fbc4aaa1b6537" providerId="LiveId" clId="{5A64F062-11B5-45CD-BC93-6350B0FFBF78}" dt="2025-12-27T10:47:49.524" v="1356"/>
        <pc:sldMasterMkLst>
          <pc:docMk/>
          <pc:sldMasterMk cId="4220591284" sldId="2147484054"/>
        </pc:sldMasterMkLst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563966037" sldId="2147484055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1184955495" sldId="2147484056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3150454789" sldId="2147484057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4173681461" sldId="2147484058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1921562950" sldId="2147484059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397236449" sldId="2147484060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162000155" sldId="2147484061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426771632" sldId="2147484062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4680631" sldId="2147484063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675032091" sldId="2147484064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1305603125" sldId="2147484065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3506819743" sldId="2147484066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1829779581" sldId="2147484067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967421316" sldId="2147484068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3669650581" sldId="2147484069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1397715414" sldId="2147484070"/>
          </pc:sldLayoutMkLst>
        </pc:sldLayoutChg>
        <pc:sldLayoutChg chg="setBg">
          <pc:chgData name="lalitha Raj" userId="012fbc4aaa1b6537" providerId="LiveId" clId="{5A64F062-11B5-45CD-BC93-6350B0FFBF78}" dt="2025-12-27T10:47:49.524" v="1356"/>
          <pc:sldLayoutMkLst>
            <pc:docMk/>
            <pc:sldMasterMk cId="4220591284" sldId="2147484054"/>
            <pc:sldLayoutMk cId="263773027" sldId="21474840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96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95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45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68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6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00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77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3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03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6819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779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7421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650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715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rgbClr val="604652"/>
            </a:gs>
            <a:gs pos="1000">
              <a:srgbClr val="ECA6A6"/>
            </a:gs>
            <a:gs pos="88000">
              <a:srgbClr val="F0F1C5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472B594-CCBD-41DB-AE70-48A79729228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4634232-0053-4726-B10A-2CB6BA895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91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microsoft.com/office/2017/06/relationships/model3d" Target="../media/model3d1.glb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A221-E455-4FB7-998E-F32CDB05D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447675"/>
            <a:ext cx="11183938" cy="2333625"/>
          </a:xfrm>
          <a:noFill/>
          <a:scene3d>
            <a:camera prst="orthographicFront"/>
            <a:lightRig rig="threePt" dir="t"/>
          </a:scene3d>
          <a:sp3d>
            <a:bevelT w="6350"/>
          </a:sp3d>
        </p:spPr>
        <p:txBody>
          <a:bodyPr>
            <a:normAutofit/>
          </a:bodyPr>
          <a:lstStyle/>
          <a:p>
            <a:r>
              <a:rPr lang="en-US" sz="4000" b="1" dirty="0">
                <a:highlight>
                  <a:srgbClr val="850E35"/>
                </a:highlight>
                <a:latin typeface="+mn-lt"/>
              </a:rPr>
              <a:t>Heart Disease Risk Analysis &amp; Interactive Dashboard using Power BI</a:t>
            </a:r>
            <a:br>
              <a:rPr lang="en-US" sz="4000" b="1" dirty="0">
                <a:highlight>
                  <a:srgbClr val="850E35"/>
                </a:highlight>
                <a:latin typeface="+mn-lt"/>
              </a:rPr>
            </a:br>
            <a:endParaRPr lang="en-IN" sz="4000" b="1" dirty="0">
              <a:highlight>
                <a:srgbClr val="850E35"/>
              </a:highlight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655D61-46E8-4067-8505-D18C528373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                    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DF472-C81A-4936-A4CC-6A3766073787}"/>
              </a:ext>
            </a:extLst>
          </p:cNvPr>
          <p:cNvSpPr txBox="1"/>
          <p:nvPr/>
        </p:nvSpPr>
        <p:spPr>
          <a:xfrm flipH="1">
            <a:off x="7559939" y="4518811"/>
            <a:ext cx="64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850E35"/>
                </a:highlight>
              </a:rPr>
              <a:t>Presented by: </a:t>
            </a:r>
            <a:r>
              <a:rPr lang="en-US" dirty="0">
                <a:highlight>
                  <a:srgbClr val="850E35"/>
                </a:highlight>
              </a:rPr>
              <a:t>Kamatchi Lalitha . R</a:t>
            </a:r>
            <a:br>
              <a:rPr lang="en-US" dirty="0">
                <a:highlight>
                  <a:srgbClr val="850E35"/>
                </a:highlight>
              </a:rPr>
            </a:br>
            <a:r>
              <a:rPr lang="en-US" b="1" dirty="0">
                <a:highlight>
                  <a:srgbClr val="850E35"/>
                </a:highlight>
              </a:rPr>
              <a:t>Dataset:</a:t>
            </a:r>
            <a:r>
              <a:rPr lang="en-US" dirty="0">
                <a:highlight>
                  <a:srgbClr val="850E35"/>
                </a:highlight>
              </a:rPr>
              <a:t> Heart Disease Dataset</a:t>
            </a:r>
            <a:br>
              <a:rPr lang="en-US" dirty="0">
                <a:highlight>
                  <a:srgbClr val="850E35"/>
                </a:highlight>
              </a:rPr>
            </a:br>
            <a:r>
              <a:rPr lang="en-US" b="1" dirty="0">
                <a:highlight>
                  <a:srgbClr val="850E35"/>
                </a:highlight>
              </a:rPr>
              <a:t>Tool Used:</a:t>
            </a:r>
            <a:r>
              <a:rPr lang="en-US" dirty="0">
                <a:highlight>
                  <a:srgbClr val="850E35"/>
                </a:highlight>
              </a:rPr>
              <a:t> Power BI</a:t>
            </a:r>
          </a:p>
          <a:p>
            <a:r>
              <a:rPr lang="en-US" b="1" dirty="0">
                <a:highlight>
                  <a:srgbClr val="850E35"/>
                </a:highlight>
              </a:rPr>
              <a:t>Course      : </a:t>
            </a:r>
            <a:r>
              <a:rPr lang="en-US" dirty="0">
                <a:highlight>
                  <a:srgbClr val="850E35"/>
                </a:highlight>
              </a:rPr>
              <a:t>Da &amp; Ds/ June-25</a:t>
            </a:r>
            <a:br>
              <a:rPr lang="en-US" dirty="0">
                <a:highlight>
                  <a:srgbClr val="850E35"/>
                </a:highlight>
              </a:rPr>
            </a:br>
            <a:r>
              <a:rPr lang="en-US" b="1" dirty="0">
                <a:highlight>
                  <a:srgbClr val="850E35"/>
                </a:highlight>
              </a:rPr>
              <a:t>Institution:</a:t>
            </a:r>
            <a:r>
              <a:rPr lang="en-US" dirty="0">
                <a:highlight>
                  <a:srgbClr val="850E35"/>
                </a:highlight>
              </a:rPr>
              <a:t> </a:t>
            </a:r>
            <a:r>
              <a:rPr lang="en-US" dirty="0" err="1">
                <a:highlight>
                  <a:srgbClr val="850E35"/>
                </a:highlight>
              </a:rPr>
              <a:t>KGiSL</a:t>
            </a:r>
            <a:r>
              <a:rPr lang="en-US" dirty="0">
                <a:highlight>
                  <a:srgbClr val="850E35"/>
                </a:highlight>
              </a:rPr>
              <a:t> </a:t>
            </a:r>
            <a:r>
              <a:rPr lang="en-US" dirty="0" err="1">
                <a:highlight>
                  <a:srgbClr val="850E35"/>
                </a:highlight>
              </a:rPr>
              <a:t>MicroCollege</a:t>
            </a:r>
            <a:endParaRPr lang="en-US" dirty="0">
              <a:highlight>
                <a:srgbClr val="850E35"/>
              </a:highlight>
            </a:endParaRPr>
          </a:p>
          <a:p>
            <a:endParaRPr lang="en-IN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Model 14" descr="Beating heart">
                <a:extLst>
                  <a:ext uri="{FF2B5EF4-FFF2-40B4-BE49-F238E27FC236}">
                    <a16:creationId xmlns:a16="http://schemas.microsoft.com/office/drawing/2014/main" id="{F58E08C0-DF44-437B-B5E5-8B89E43996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1125187"/>
                  </p:ext>
                </p:extLst>
              </p:nvPr>
            </p:nvGraphicFramePr>
            <p:xfrm>
              <a:off x="2381506" y="2300827"/>
              <a:ext cx="3809743" cy="42835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09743" cy="4283567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 ay="136689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5084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Model 14" descr="Beating heart">
                <a:extLst>
                  <a:ext uri="{FF2B5EF4-FFF2-40B4-BE49-F238E27FC236}">
                    <a16:creationId xmlns:a16="http://schemas.microsoft.com/office/drawing/2014/main" id="{F58E08C0-DF44-437B-B5E5-8B89E43996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1506" y="2300827"/>
                <a:ext cx="3809743" cy="42835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103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0B19A0-B51D-4563-856D-3041AF51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87" y="409574"/>
            <a:ext cx="7993063" cy="762001"/>
          </a:xfrm>
        </p:spPr>
        <p:txBody>
          <a:bodyPr>
            <a:normAutofit/>
          </a:bodyPr>
          <a:lstStyle/>
          <a:p>
            <a:r>
              <a:rPr lang="en-IN" b="1" dirty="0">
                <a:highlight>
                  <a:srgbClr val="850E35"/>
                </a:highlight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0784CD-F715-4779-978A-702B6DCA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37" y="1320801"/>
            <a:ext cx="9001125" cy="38322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Heart disease is one of the leading causes of death worldwide.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However, early detection and understanding of risk factors can significantly reduce mortality.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Problem: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Healthcare providers lack visual, data-driven insights to quickly identify high-risk patients.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Objective:</a:t>
            </a:r>
            <a:b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</a:b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To analyze heart disease data and build an interactive dashboard that helps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High-risk age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Gender-based risk</a:t>
            </a:r>
            <a:endParaRPr lang="en-IN" sz="1800" dirty="0">
              <a:solidFill>
                <a:schemeClr val="tx1"/>
              </a:solidFill>
              <a:highlight>
                <a:srgbClr val="850E35"/>
              </a:highlight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Beating heart">
                <a:extLst>
                  <a:ext uri="{FF2B5EF4-FFF2-40B4-BE49-F238E27FC236}">
                    <a16:creationId xmlns:a16="http://schemas.microsoft.com/office/drawing/2014/main" id="{9C8F679B-780D-4E4F-94F5-5D8E5DAB32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5611792"/>
                  </p:ext>
                </p:extLst>
              </p:nvPr>
            </p:nvGraphicFramePr>
            <p:xfrm>
              <a:off x="10084175" y="4610100"/>
              <a:ext cx="1926839" cy="233955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26839" cy="2339553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0399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Beating heart">
                <a:extLst>
                  <a:ext uri="{FF2B5EF4-FFF2-40B4-BE49-F238E27FC236}">
                    <a16:creationId xmlns:a16="http://schemas.microsoft.com/office/drawing/2014/main" id="{9C8F679B-780D-4E4F-94F5-5D8E5DAB32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84175" y="4610100"/>
                <a:ext cx="1926839" cy="23395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482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4C3A-EBF2-4EC5-8950-8F4413BCA1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60350"/>
            <a:ext cx="8304213" cy="777875"/>
          </a:xfrm>
        </p:spPr>
        <p:txBody>
          <a:bodyPr/>
          <a:lstStyle/>
          <a:p>
            <a:r>
              <a:rPr lang="en-IN" dirty="0">
                <a:highlight>
                  <a:srgbClr val="850E35"/>
                </a:highlight>
              </a:rPr>
              <a:t>Dataset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D5104-D8D4-4514-9301-27F4C75579DC}"/>
              </a:ext>
            </a:extLst>
          </p:cNvPr>
          <p:cNvSpPr txBox="1"/>
          <p:nvPr/>
        </p:nvSpPr>
        <p:spPr>
          <a:xfrm>
            <a:off x="730624" y="1296377"/>
            <a:ext cx="7967662" cy="5215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Dataset Name: Heart Disease Dataset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Source: Public Healthcare Dataset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highlight>
                  <a:srgbClr val="850E35"/>
                </a:highlight>
              </a:rPr>
              <a:t>Number of Records: 1339 rows</a:t>
            </a:r>
            <a:br>
              <a:rPr lang="en-US" sz="1600" b="1" dirty="0">
                <a:highlight>
                  <a:srgbClr val="850E35"/>
                </a:highlight>
              </a:rPr>
            </a:br>
            <a:r>
              <a:rPr lang="en-US" sz="1600" b="1" dirty="0">
                <a:highlight>
                  <a:srgbClr val="850E35"/>
                </a:highlight>
              </a:rPr>
              <a:t>Number of Columns: 44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highlight>
                  <a:srgbClr val="850E35"/>
                </a:highlight>
              </a:rPr>
              <a:t>Key Columns: 9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Sex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Chest Pain Type (cp)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Resting Blood Pressure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Cholesterol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Fasting Blood Sugar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Maximum Heart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Exercise Induced Angina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850E35"/>
                </a:highlight>
              </a:rPr>
              <a:t>Heart Disease (Target)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EFB1AB-C7FC-4DCB-AD11-B713A111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325" y="1123166"/>
            <a:ext cx="6169725" cy="402985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Beating heart">
                <a:extLst>
                  <a:ext uri="{FF2B5EF4-FFF2-40B4-BE49-F238E27FC236}">
                    <a16:creationId xmlns:a16="http://schemas.microsoft.com/office/drawing/2014/main" id="{8BCFDDD4-76FE-4042-88E5-E25F6B2E3C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038198"/>
                  </p:ext>
                </p:extLst>
              </p:nvPr>
            </p:nvGraphicFramePr>
            <p:xfrm>
              <a:off x="10544608" y="4933948"/>
              <a:ext cx="1647392" cy="200025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647392" cy="2000251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59904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Beating heart">
                <a:extLst>
                  <a:ext uri="{FF2B5EF4-FFF2-40B4-BE49-F238E27FC236}">
                    <a16:creationId xmlns:a16="http://schemas.microsoft.com/office/drawing/2014/main" id="{8BCFDDD4-76FE-4042-88E5-E25F6B2E3C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4608" y="4933948"/>
                <a:ext cx="1647392" cy="20002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737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3AA3-F861-451A-882E-E546360F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-132293"/>
            <a:ext cx="8534400" cy="1507067"/>
          </a:xfrm>
        </p:spPr>
        <p:txBody>
          <a:bodyPr/>
          <a:lstStyle/>
          <a:p>
            <a:r>
              <a:rPr lang="en-IN" b="1" dirty="0">
                <a:highlight>
                  <a:srgbClr val="800000"/>
                </a:highlight>
              </a:rPr>
              <a:t>Data Cleaning &amp; Transformation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B3185A-A650-4340-8F7E-32B94229D3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1650" y="1884272"/>
            <a:ext cx="4937125" cy="322714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A7CB61-A6E0-4F64-9D54-32A8E1A4A00B}"/>
              </a:ext>
            </a:extLst>
          </p:cNvPr>
          <p:cNvSpPr txBox="1"/>
          <p:nvPr/>
        </p:nvSpPr>
        <p:spPr>
          <a:xfrm>
            <a:off x="876300" y="4123701"/>
            <a:ext cx="4152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850E35"/>
                </a:highlight>
              </a:rPr>
              <a:t>Dataset contains </a:t>
            </a:r>
            <a:r>
              <a:rPr lang="en-US" sz="1600" b="1" dirty="0">
                <a:highlight>
                  <a:srgbClr val="850E35"/>
                </a:highlight>
              </a:rPr>
              <a:t>1339 rows and 44 columns</a:t>
            </a:r>
            <a:r>
              <a:rPr lang="en-US" sz="1600" dirty="0">
                <a:highlight>
                  <a:srgbClr val="850E35"/>
                </a:highlight>
              </a:rPr>
              <a:t> with </a:t>
            </a:r>
            <a:r>
              <a:rPr lang="en-US" sz="1600" b="1" dirty="0">
                <a:highlight>
                  <a:srgbClr val="850E35"/>
                </a:highlight>
              </a:rPr>
              <a:t>null values</a:t>
            </a:r>
          </a:p>
          <a:p>
            <a:r>
              <a:rPr lang="en-US" sz="1600" b="1" dirty="0">
                <a:highlight>
                  <a:srgbClr val="850E35"/>
                </a:highlight>
              </a:rPr>
              <a:t>Removed Duplicates</a:t>
            </a:r>
          </a:p>
          <a:p>
            <a:endParaRPr lang="en-US" dirty="0">
              <a:highlight>
                <a:srgbClr val="604652"/>
              </a:highlight>
            </a:endParaRPr>
          </a:p>
          <a:p>
            <a:endParaRPr lang="en-US" dirty="0">
              <a:highlight>
                <a:srgbClr val="604652"/>
              </a:highlight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96FD2-3DC6-471C-9ABD-692DF2D813AA}"/>
              </a:ext>
            </a:extLst>
          </p:cNvPr>
          <p:cNvSpPr txBox="1"/>
          <p:nvPr/>
        </p:nvSpPr>
        <p:spPr>
          <a:xfrm>
            <a:off x="5549153" y="1533524"/>
            <a:ext cx="55315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850E35"/>
                </a:highlight>
              </a:rPr>
              <a:t>Data cleaning was performed using Power Query Editor.</a:t>
            </a:r>
          </a:p>
          <a:p>
            <a:endParaRPr lang="en-IN" b="1" dirty="0">
              <a:highlight>
                <a:srgbClr val="850E35"/>
              </a:highlight>
            </a:endParaRPr>
          </a:p>
          <a:p>
            <a:r>
              <a:rPr lang="en-IN" b="1" dirty="0">
                <a:highlight>
                  <a:srgbClr val="850E35"/>
                </a:highlight>
              </a:rPr>
              <a:t>Steps Performed: Verified missing values (100% data completeness)</a:t>
            </a:r>
          </a:p>
          <a:p>
            <a:endParaRPr lang="en-IN" b="1" dirty="0">
              <a:highlight>
                <a:srgbClr val="850E35"/>
              </a:highlight>
            </a:endParaRPr>
          </a:p>
          <a:p>
            <a:r>
              <a:rPr lang="en-IN" b="1" dirty="0">
                <a:highlight>
                  <a:srgbClr val="850E35"/>
                </a:highlight>
              </a:rPr>
              <a:t>Corrected data types (numeric &amp; categorical)</a:t>
            </a:r>
          </a:p>
          <a:p>
            <a:endParaRPr lang="en-IN" b="1" dirty="0">
              <a:highlight>
                <a:srgbClr val="850E35"/>
              </a:highlight>
            </a:endParaRPr>
          </a:p>
          <a:p>
            <a:r>
              <a:rPr lang="en-IN" b="1" dirty="0">
                <a:highlight>
                  <a:srgbClr val="850E35"/>
                </a:highlight>
              </a:rPr>
              <a:t>Converted binary columns (0/1) to meaningful labels</a:t>
            </a:r>
          </a:p>
          <a:p>
            <a:endParaRPr lang="en-IN" b="1" dirty="0">
              <a:highlight>
                <a:srgbClr val="850E35"/>
              </a:highlight>
            </a:endParaRPr>
          </a:p>
          <a:p>
            <a:r>
              <a:rPr lang="en-IN" b="1" dirty="0">
                <a:highlight>
                  <a:srgbClr val="850E35"/>
                </a:highlight>
              </a:rPr>
              <a:t>Renamed columns for better readability</a:t>
            </a:r>
          </a:p>
          <a:p>
            <a:r>
              <a:rPr lang="en-IN" b="1" dirty="0">
                <a:highlight>
                  <a:srgbClr val="850E35"/>
                </a:highlight>
              </a:rPr>
              <a:t>Removed unnecessary columns (if any)</a:t>
            </a:r>
          </a:p>
          <a:p>
            <a:endParaRPr lang="en-IN" b="1" dirty="0">
              <a:highlight>
                <a:srgbClr val="850E35"/>
              </a:highlight>
            </a:endParaRPr>
          </a:p>
          <a:p>
            <a:r>
              <a:rPr lang="en-IN" b="1" dirty="0">
                <a:highlight>
                  <a:srgbClr val="850E35"/>
                </a:highlight>
              </a:rPr>
              <a:t>Result : Clean, structured, and analysis-ready dataset.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Beating heart">
                <a:extLst>
                  <a:ext uri="{FF2B5EF4-FFF2-40B4-BE49-F238E27FC236}">
                    <a16:creationId xmlns:a16="http://schemas.microsoft.com/office/drawing/2014/main" id="{B9385929-5F78-49F4-91EE-ED787D0180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3359234"/>
                  </p:ext>
                </p:extLst>
              </p:nvPr>
            </p:nvGraphicFramePr>
            <p:xfrm>
              <a:off x="10482429" y="4428564"/>
              <a:ext cx="1871214" cy="227201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871214" cy="2272013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9521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Beating heart">
                <a:extLst>
                  <a:ext uri="{FF2B5EF4-FFF2-40B4-BE49-F238E27FC236}">
                    <a16:creationId xmlns:a16="http://schemas.microsoft.com/office/drawing/2014/main" id="{B9385929-5F78-49F4-91EE-ED787D0180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82429" y="4428564"/>
                <a:ext cx="1871214" cy="22720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183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CFB9C6C-F2EE-40DC-9047-15BD05007198}"/>
              </a:ext>
            </a:extLst>
          </p:cNvPr>
          <p:cNvSpPr txBox="1"/>
          <p:nvPr/>
        </p:nvSpPr>
        <p:spPr>
          <a:xfrm>
            <a:off x="2533649" y="301110"/>
            <a:ext cx="6486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highlight>
                  <a:srgbClr val="850E35"/>
                </a:highlight>
              </a:rPr>
              <a:t>PERFORMED DAX Functions</a:t>
            </a:r>
          </a:p>
          <a:p>
            <a:endParaRPr lang="en-IN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D374-4660-45BB-BEC2-76E81AD19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60" y="1093620"/>
            <a:ext cx="4937655" cy="536993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To improve analysis, new fields were created.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New Columns Created: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Age Group (Young, Middle Age, Senior)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Gender Label (Male / Female)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Heart Disease Status (Yes / No)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DAX Measures Created: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Total Patients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Total Heart Disease Cases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Male vs Female Patients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Heart Disease Percentage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These calculations enabled clear KPI visualization.</a:t>
            </a:r>
          </a:p>
          <a:p>
            <a:endParaRPr lang="en-IN" b="1" dirty="0">
              <a:solidFill>
                <a:schemeClr val="tx1"/>
              </a:solidFill>
              <a:highlight>
                <a:srgbClr val="FDFDFD"/>
              </a:highlight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917DB2-B41C-4A54-AE2D-90E7299733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62348" y="1451635"/>
            <a:ext cx="3574877" cy="3034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05F9AB-210D-4528-8711-2DEAFD89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426" y="1360995"/>
            <a:ext cx="876376" cy="3215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0B915E-558A-452C-9A70-C9B3E95E6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87" y="4767162"/>
            <a:ext cx="5806943" cy="350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 descr="Beating heart">
                <a:extLst>
                  <a:ext uri="{FF2B5EF4-FFF2-40B4-BE49-F238E27FC236}">
                    <a16:creationId xmlns:a16="http://schemas.microsoft.com/office/drawing/2014/main" id="{64538CF2-71ED-49A0-B954-34C9CD845F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8369015"/>
                  </p:ext>
                </p:extLst>
              </p:nvPr>
            </p:nvGraphicFramePr>
            <p:xfrm>
              <a:off x="9900003" y="3917002"/>
              <a:ext cx="2510674" cy="3048440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510674" cy="3048440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9610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 descr="Beating heart">
                <a:extLst>
                  <a:ext uri="{FF2B5EF4-FFF2-40B4-BE49-F238E27FC236}">
                    <a16:creationId xmlns:a16="http://schemas.microsoft.com/office/drawing/2014/main" id="{64538CF2-71ED-49A0-B954-34C9CD845F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00003" y="3917002"/>
                <a:ext cx="2510674" cy="304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467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86BED3F-8F5E-4275-A9C8-3139842D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83" y="130485"/>
            <a:ext cx="8534400" cy="1507067"/>
          </a:xfrm>
        </p:spPr>
        <p:txBody>
          <a:bodyPr/>
          <a:lstStyle/>
          <a:p>
            <a:r>
              <a:rPr lang="en-IN" b="1" dirty="0">
                <a:highlight>
                  <a:srgbClr val="850E35"/>
                </a:highlight>
              </a:rPr>
              <a:t>Dax formulae's for measures &amp; Calculated columns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A60A17E-6204-432E-84C9-9486DA9B7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236" y="1637552"/>
            <a:ext cx="4881564" cy="45632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 Patients = COUNTROWS('Heart')Total Male Patients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 Male Patients =CALCULATE(    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COUNTROWS('Heart'),    'Heart'[Gender] = "Male")Total Female Patients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 Female Patients =CALCULATE(    COUNTROWS('Heart'),    'Heart'[Gender] = "Female")</a:t>
            </a:r>
          </a:p>
          <a:p>
            <a:pPr marL="0" indent="0">
              <a:buNone/>
            </a:pPr>
            <a:endParaRPr lang="en-IN" sz="1600" b="1" dirty="0">
              <a:solidFill>
                <a:schemeClr val="tx1"/>
              </a:solidFill>
              <a:highlight>
                <a:srgbClr val="850E35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Male % =DIVIDE(    [Total Male Patients],    [Total Patients],    0) * 100 </a:t>
            </a:r>
          </a:p>
          <a:p>
            <a:pPr marL="0" indent="0">
              <a:buNone/>
            </a:pPr>
            <a:endParaRPr lang="en-IN" sz="1600" b="1" dirty="0">
              <a:solidFill>
                <a:schemeClr val="tx1"/>
              </a:solidFill>
              <a:highlight>
                <a:srgbClr val="850E35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Female % =DIVIDE( [Total Female Patients], [Total Patients],    0) * 100</a:t>
            </a:r>
          </a:p>
          <a:p>
            <a:pPr marL="0" indent="0">
              <a:buNone/>
            </a:pPr>
            <a:endParaRPr lang="en-US" sz="1600" b="1" dirty="0"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Avg Cholesterol = AVERAGE('heart'[Cholesterol])</a:t>
            </a:r>
          </a:p>
          <a:p>
            <a:pPr marL="0" indent="0">
              <a:buNone/>
            </a:pPr>
            <a:endParaRPr lang="en-IN" sz="1600" dirty="0">
              <a:solidFill>
                <a:schemeClr val="tx1"/>
              </a:solidFill>
              <a:highlight>
                <a:srgbClr val="850E35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FC8D6-2BA1-4975-8FD0-FF1C50C6D93E}"/>
              </a:ext>
            </a:extLst>
          </p:cNvPr>
          <p:cNvSpPr txBox="1"/>
          <p:nvPr/>
        </p:nvSpPr>
        <p:spPr>
          <a:xfrm>
            <a:off x="376236" y="5609984"/>
            <a:ext cx="4805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b="1" dirty="0">
              <a:effectLst/>
              <a:highlight>
                <a:srgbClr val="850E35"/>
              </a:highlight>
              <a:latin typeface="+mj-lt"/>
            </a:endParaRPr>
          </a:p>
          <a:p>
            <a:endParaRPr lang="en-US" sz="1600" b="1" dirty="0">
              <a:highlight>
                <a:srgbClr val="850E35"/>
              </a:highlight>
              <a:latin typeface="+mj-lt"/>
            </a:endParaRPr>
          </a:p>
          <a:p>
            <a:r>
              <a:rPr lang="en-US" sz="1600" b="1" dirty="0">
                <a:effectLst/>
                <a:highlight>
                  <a:srgbClr val="850E35"/>
                </a:highlight>
                <a:latin typeface="+mj-lt"/>
              </a:rPr>
              <a:t>Avg Risk Score = AVERAGE('heart'[Risk Score])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21D1BFA3-EC71-4540-85CF-DF3093CD7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7835" y="1565204"/>
            <a:ext cx="551329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If Gender = 1 → Male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 Male Patients = CALCULATE( COUNTROWS('Heart'), 'Heart'[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+mj-lt"/>
              </a:rPr>
              <a:t>Gender] = 1 )</a:t>
            </a: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FE5A405C-B292-4413-97BC-DEBDE4DA0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7835" y="2430691"/>
            <a:ext cx="56625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If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</a:rPr>
              <a:t>Gender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= 0 → Female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 Unicode MS"/>
              </a:rPr>
              <a:t>Total Female Patients = CALCULATE( COUNTROWS('Heart'), 'Heart'[Gender] = 0 )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E64212-CC84-4DE0-A584-2FA8414CA37F}"/>
              </a:ext>
            </a:extLst>
          </p:cNvPr>
          <p:cNvSpPr txBox="1"/>
          <p:nvPr/>
        </p:nvSpPr>
        <p:spPr>
          <a:xfrm>
            <a:off x="5677835" y="3261688"/>
            <a:ext cx="43616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highlight>
                  <a:srgbClr val="850E35"/>
                </a:highlight>
              </a:rPr>
              <a:t>Heart Disease % =</a:t>
            </a:r>
          </a:p>
          <a:p>
            <a:r>
              <a:rPr lang="en-IN" sz="1600" b="1" dirty="0">
                <a:highlight>
                  <a:srgbClr val="850E35"/>
                </a:highlight>
              </a:rPr>
              <a:t>DIVIDE(</a:t>
            </a:r>
          </a:p>
          <a:p>
            <a:r>
              <a:rPr lang="en-IN" sz="1600" b="1" dirty="0">
                <a:highlight>
                  <a:srgbClr val="850E35"/>
                </a:highlight>
              </a:rPr>
              <a:t>    CALCULATE(COUNT(target), target = 1),</a:t>
            </a:r>
          </a:p>
          <a:p>
            <a:r>
              <a:rPr lang="en-IN" sz="1600" b="1" dirty="0">
                <a:highlight>
                  <a:srgbClr val="850E35"/>
                </a:highlight>
              </a:rPr>
              <a:t>    COUNT(target)</a:t>
            </a:r>
          </a:p>
          <a:p>
            <a:r>
              <a:rPr lang="en-IN" sz="1600" b="1" dirty="0">
                <a:highlight>
                  <a:srgbClr val="850E35"/>
                </a:highlight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CFC6AA-D5A0-4714-AC06-D1F09656D8DD}"/>
              </a:ext>
            </a:extLst>
          </p:cNvPr>
          <p:cNvSpPr txBox="1"/>
          <p:nvPr/>
        </p:nvSpPr>
        <p:spPr>
          <a:xfrm>
            <a:off x="5760104" y="4585128"/>
            <a:ext cx="58850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850E35"/>
                </a:highlight>
              </a:rPr>
              <a:t>If Age &lt; 30 → Young</a:t>
            </a:r>
          </a:p>
          <a:p>
            <a:r>
              <a:rPr lang="en-US" sz="1600" b="1" dirty="0">
                <a:highlight>
                  <a:srgbClr val="850E35"/>
                </a:highlight>
              </a:rPr>
              <a:t>Else if Age ≤ 50 → Middle Age Else → Senior</a:t>
            </a:r>
            <a:endParaRPr lang="en-IN" sz="1600" b="1" dirty="0">
              <a:highlight>
                <a:srgbClr val="850E35"/>
              </a:highlight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D2839EA-BC59-4D8F-9CAB-6988D5FB8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85549"/>
              </p:ext>
            </p:extLst>
          </p:nvPr>
        </p:nvGraphicFramePr>
        <p:xfrm>
          <a:off x="6162674" y="5357204"/>
          <a:ext cx="3810000" cy="134112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97997957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27247144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560404379"/>
                    </a:ext>
                  </a:extLst>
                </a:gridCol>
              </a:tblGrid>
              <a:tr h="320550"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380296"/>
                  </a:ext>
                </a:extLst>
              </a:tr>
              <a:tr h="320550"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chol &lt; 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highlight>
                          <a:srgbClr val="850E35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074221"/>
                  </a:ext>
                </a:extLst>
              </a:tr>
              <a:tr h="320550"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chol ≤ 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Borderline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>
                        <a:highlight>
                          <a:srgbClr val="850E35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66178"/>
                  </a:ext>
                </a:extLst>
              </a:tr>
              <a:tr h="320550"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highlight>
                            <a:srgbClr val="850E3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highlight>
                          <a:srgbClr val="850E35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6415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38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F010A-6951-4DC3-B591-C3897D8751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7" r="2498" b="-4584"/>
          <a:stretch/>
        </p:blipFill>
        <p:spPr>
          <a:xfrm>
            <a:off x="190500" y="742951"/>
            <a:ext cx="11490330" cy="6505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3A4176-7A3B-4556-B506-2CED571F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224" y="485775"/>
            <a:ext cx="8277225" cy="104775"/>
          </a:xfrm>
        </p:spPr>
        <p:txBody>
          <a:bodyPr>
            <a:noAutofit/>
          </a:bodyPr>
          <a:lstStyle/>
          <a:p>
            <a:r>
              <a:rPr lang="en-IN" sz="3200" dirty="0">
                <a:highlight>
                  <a:srgbClr val="850E35"/>
                </a:highlight>
              </a:rPr>
              <a:t> Heart Disease  Risk Analysis using Power bi</a:t>
            </a:r>
          </a:p>
        </p:txBody>
      </p:sp>
    </p:spTree>
    <p:extLst>
      <p:ext uri="{BB962C8B-B14F-4D97-AF65-F5344CB8AC3E}">
        <p14:creationId xmlns:p14="http://schemas.microsoft.com/office/powerpoint/2010/main" val="29772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919E8F-BC42-4F50-881C-3E8C9EB8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30" y="76698"/>
            <a:ext cx="6209647" cy="957604"/>
          </a:xfrm>
        </p:spPr>
        <p:txBody>
          <a:bodyPr/>
          <a:lstStyle/>
          <a:p>
            <a:r>
              <a:rPr lang="en-IN" dirty="0" err="1">
                <a:highlight>
                  <a:srgbClr val="850E35"/>
                </a:highlight>
              </a:rPr>
              <a:t>Kpi</a:t>
            </a:r>
            <a:r>
              <a:rPr lang="en-IN" dirty="0">
                <a:highlight>
                  <a:srgbClr val="850E35"/>
                </a:highlight>
              </a:rPr>
              <a:t> cards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0B7BC-0434-4513-80A9-CE1E9F8E36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0730" y="1532939"/>
            <a:ext cx="1882303" cy="2530059"/>
          </a:xfr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18083FD-1F6B-461B-BA95-93BBB0F19FE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59898" y="920622"/>
            <a:ext cx="519265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Overview / Key Metrics (Top Left Cards)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Total Patients: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302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Gender Split: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206 Males (68%), 96 Females (32%) → Shows a higher male patient prevalence.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Average Cholesterol: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247 mg/dL → Indicates borderline to high cholesterol on average.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Average Risk Score: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143 → Suggests moderate overall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High BP Patients: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 65 → Significant number have hypertension.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850E35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50E35"/>
                </a:highlight>
                <a:latin typeface="Arial" panose="020B0604020202020204" pitchFamily="34" charset="0"/>
              </a:rPr>
              <a:t>“The dataset consists of 302 patients, with males forming the majority (68%). The average cholesterol level is slightly high at 247 mg/dL, and 65 patients have high blood pressure, indicating a considerable prevalence of heart disease risk factors.”</a:t>
            </a:r>
          </a:p>
        </p:txBody>
      </p:sp>
    </p:spTree>
    <p:extLst>
      <p:ext uri="{BB962C8B-B14F-4D97-AF65-F5344CB8AC3E}">
        <p14:creationId xmlns:p14="http://schemas.microsoft.com/office/powerpoint/2010/main" val="71948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B919E8F-BC42-4F50-881C-3E8C9EB8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30" y="76698"/>
            <a:ext cx="6209647" cy="957604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850E35"/>
                </a:highlight>
              </a:rPr>
              <a:t>High BP Patients by Gender (Donut Chart)</a:t>
            </a:r>
            <a:endParaRPr lang="en-IN" dirty="0">
              <a:highlight>
                <a:srgbClr val="850E35"/>
              </a:highligh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1A7412-3531-49C8-B50C-97A365580E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3876" y="2144952"/>
            <a:ext cx="4772024" cy="337954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9CD16-ABA6-446C-9DD2-7A0B7306B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5733" y="1621367"/>
            <a:ext cx="4934479" cy="361526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Males: 36 (55%)Females: 7 (11%)Male dominance in high BP cases is evident.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:“High blood pressure is more prevalent among males, accounting for 55% of all hypertensive patients, compared to only 11% in females</a:t>
            </a:r>
            <a:r>
              <a:rPr lang="en-US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82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9EF6-CC40-482C-A76E-F6ED7786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447675"/>
            <a:ext cx="7600950" cy="1090084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850E35"/>
                </a:highlight>
              </a:rPr>
              <a:t>Average Cholesterol by Age Range (Bar Chart)</a:t>
            </a:r>
            <a:endParaRPr lang="en-IN" dirty="0">
              <a:highlight>
                <a:srgbClr val="850E35"/>
              </a:highligh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6C6442-2D11-46AA-B09B-5645F8DFD0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0600" y="2143126"/>
            <a:ext cx="4171950" cy="36152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01D91-47A9-4949-8342-6CD671B7E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0033" y="1704975"/>
            <a:ext cx="4934479" cy="361526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Young: 204 mg/dL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Middle-aged: 232.76 mg/dL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Senior: 252.85 mg/: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“</a:t>
            </a:r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Cholesterol</a:t>
            </a:r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 levels increase with age. Seniors have the highest average cholesterol (252.85 mg/dL), which is above the healthy threshold, highlighting the need for targeted intervention in older age groups.”</a:t>
            </a:r>
            <a:endParaRPr lang="en-IN" dirty="0">
              <a:solidFill>
                <a:schemeClr val="tx1"/>
              </a:solidFill>
              <a:highlight>
                <a:srgbClr val="850E3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51801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27F0-2B4D-45EB-B84F-6FE9613E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210607"/>
            <a:ext cx="8534400" cy="1507067"/>
          </a:xfrm>
        </p:spPr>
        <p:txBody>
          <a:bodyPr/>
          <a:lstStyle/>
          <a:p>
            <a:r>
              <a:rPr lang="en-US" dirty="0">
                <a:highlight>
                  <a:srgbClr val="850E35"/>
                </a:highlight>
              </a:rPr>
              <a:t>Blood Sugar Patients by Avg Age (Pie Chart)</a:t>
            </a:r>
            <a:endParaRPr lang="en-IN" dirty="0">
              <a:highlight>
                <a:srgbClr val="850E35"/>
              </a:highlight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F4AB1D-0852-4248-8EA8-35BD75F54E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6478" y="2133600"/>
            <a:ext cx="4308422" cy="34004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50DD5-2F16-4443-967A-097C554AD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2883" y="2039875"/>
            <a:ext cx="4934479" cy="361526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High Blood Sugar: 84 (28%)Normal: 173 (57%)Indicates 28% of patients are hyperglycemic. 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Around 28% of patients have high blood sugar, reinforcing the link between diabetes and heart disease risk</a:t>
            </a:r>
            <a:r>
              <a:rPr lang="en-US" dirty="0">
                <a:highlight>
                  <a:srgbClr val="850E35"/>
                </a:highlight>
              </a:rPr>
              <a:t>.”</a:t>
            </a:r>
            <a:endParaRPr lang="en-IN" dirty="0">
              <a:highlight>
                <a:srgbClr val="850E3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4721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4249-309D-425E-BF33-1AA93D23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62" y="115357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Avg Risk Score by Age &amp; Gender waterfall Chart)</a:t>
            </a:r>
            <a:b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3D50-7206-4852-849C-17212D9CC4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8000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850E35"/>
              </a:highligh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A8DA2-8628-41E0-9625-A2E0D09B0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866" y="1876426"/>
            <a:ext cx="4934479" cy="361526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Senior</a:t>
            </a:r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 &amp; Middle age groups have </a:t>
            </a:r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higher</a:t>
            </a:r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 average risk scores.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Gender comparison (Increase vs Decrease) shows trends in risk elevation.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“Risk scores increase with age. Seniors show the highest risk, highlighting age as a key factor for cardiovascular issues.”</a:t>
            </a:r>
            <a:endParaRPr lang="en-IN" dirty="0">
              <a:solidFill>
                <a:schemeClr val="tx1"/>
              </a:solidFill>
              <a:highlight>
                <a:srgbClr val="850E35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69ED9-62A1-4578-8CA1-EF2BA5E5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1" y="1965325"/>
            <a:ext cx="4238742" cy="41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7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8DD9-0A42-4A33-A900-0D847920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850E35"/>
                </a:highlight>
              </a:rPr>
              <a:t> Disease Status of Females by Age (Stacked Bar Chart)</a:t>
            </a:r>
            <a:br>
              <a:rPr lang="en-US" b="1" dirty="0">
                <a:solidFill>
                  <a:schemeClr val="tx1"/>
                </a:solidFill>
                <a:highlight>
                  <a:srgbClr val="850E35"/>
                </a:highlight>
              </a:rPr>
            </a:b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EB2745-86C9-4EDE-A814-519276FE31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2925" y="685802"/>
            <a:ext cx="4667250" cy="3559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B5824-9CC0-424D-A38E-A598C1BF73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Senior: 208 total, 69 with disease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Middle: 93 total, 66 with disease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Young: 1 patient with </a:t>
            </a:r>
          </a:p>
          <a:p>
            <a:r>
              <a:rPr lang="en-US" sz="1800" dirty="0">
                <a:solidFill>
                  <a:schemeClr val="tx1"/>
                </a:solidFill>
                <a:highlight>
                  <a:srgbClr val="850E35"/>
                </a:highlight>
              </a:rPr>
              <a:t>Among females, middle-aged and senior patients have the highest disease count. Preventive measures should prioritize these age groups.”</a:t>
            </a:r>
            <a:endParaRPr lang="en-IN" sz="1800" dirty="0">
              <a:solidFill>
                <a:schemeClr val="tx1"/>
              </a:solidFill>
              <a:highlight>
                <a:srgbClr val="850E3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374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3C31-80C9-4DD1-AD8E-80C961E6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39" y="5143500"/>
            <a:ext cx="6915150" cy="441324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highlight>
                  <a:srgbClr val="850E35"/>
                </a:highlight>
              </a:rPr>
              <a:t>Avg</a:t>
            </a:r>
            <a:r>
              <a:rPr lang="en-IN" dirty="0">
                <a:highlight>
                  <a:srgbClr val="850E35"/>
                </a:highlight>
              </a:rPr>
              <a:t> Cholesterol by Gender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F8D527F-1A60-40A2-86F0-4B914BE5E2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0075" y="1803498"/>
            <a:ext cx="4686299" cy="262562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C9D259-3129-49CC-8F96-FFF88456F319}"/>
              </a:ext>
            </a:extLst>
          </p:cNvPr>
          <p:cNvSpPr txBox="1"/>
          <p:nvPr/>
        </p:nvSpPr>
        <p:spPr>
          <a:xfrm>
            <a:off x="7420688" y="866775"/>
            <a:ext cx="39712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850E35"/>
                </a:highlight>
              </a:rPr>
              <a:t>Cholesterol issues are more prominent in males, with 97 patients falling in the high range. This highlights gender-specific heart disease risk.”</a:t>
            </a:r>
          </a:p>
          <a:p>
            <a:r>
              <a:rPr lang="en-US" dirty="0">
                <a:highlight>
                  <a:srgbClr val="850E35"/>
                </a:highlight>
              </a:rPr>
              <a:t>Gender</a:t>
            </a:r>
          </a:p>
          <a:p>
            <a:r>
              <a:rPr lang="en-US" dirty="0">
                <a:highlight>
                  <a:srgbClr val="850E35"/>
                </a:highlight>
              </a:rPr>
              <a:t>Total Female Patients: Number of female patients in each cholesterol category.</a:t>
            </a:r>
          </a:p>
          <a:p>
            <a:r>
              <a:rPr lang="en-US" dirty="0">
                <a:highlight>
                  <a:srgbClr val="850E35"/>
                </a:highlight>
              </a:rPr>
              <a:t>Female %: Percentage of total female patients in each cholesterol group.</a:t>
            </a:r>
          </a:p>
          <a:p>
            <a:r>
              <a:rPr lang="en-US" dirty="0">
                <a:highlight>
                  <a:srgbClr val="850E35"/>
                </a:highlight>
              </a:rPr>
              <a:t>Key Insight: 31.8% of patients are female, with most females (37.4%) in the mid-range cholesterol group; males make up 68.2%.</a:t>
            </a:r>
          </a:p>
        </p:txBody>
      </p:sp>
    </p:spTree>
    <p:extLst>
      <p:ext uri="{BB962C8B-B14F-4D97-AF65-F5344CB8AC3E}">
        <p14:creationId xmlns:p14="http://schemas.microsoft.com/office/powerpoint/2010/main" val="2681577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EE1A-FA70-403A-95B9-BD22BE3ED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181600"/>
            <a:ext cx="8428036" cy="812799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850E35"/>
                </a:highlight>
              </a:rPr>
              <a:t>Age Range &amp; Count of Gender by Max Heart Rate</a:t>
            </a:r>
            <a:endParaRPr lang="en-IN" dirty="0">
              <a:highlight>
                <a:srgbClr val="850E35"/>
              </a:highligh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C802B9-62FC-4C59-922F-3B8F631E31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0576" y="856195"/>
            <a:ext cx="4076700" cy="354435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888ED-082F-4583-B7A8-A377062CE7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High max heart rate: 208 seniors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Low: 63 seniors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Middle and young have lower counts</a:t>
            </a:r>
          </a:p>
          <a:p>
            <a:r>
              <a:rPr lang="en-US" dirty="0" err="1">
                <a:solidFill>
                  <a:schemeClr val="tx1"/>
                </a:solidFill>
                <a:highlight>
                  <a:srgbClr val="850E35"/>
                </a:highlight>
              </a:rPr>
              <a:t>Insights:“Seniors</a:t>
            </a:r>
            <a:r>
              <a:rPr lang="en-US" dirty="0">
                <a:solidFill>
                  <a:schemeClr val="tx1"/>
                </a:solidFill>
                <a:highlight>
                  <a:srgbClr val="850E35"/>
                </a:highlight>
              </a:rPr>
              <a:t> exhibit higher counts in elevated heart rate categories, which is consistent with higher risk scores and disease prevalence</a:t>
            </a:r>
            <a:r>
              <a:rPr lang="en-US" dirty="0">
                <a:solidFill>
                  <a:schemeClr val="tx1"/>
                </a:solidFill>
              </a:rPr>
              <a:t>.”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66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A3C6-B725-4209-AA9C-CF30829D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850E35"/>
                </a:highlight>
              </a:rPr>
              <a:t>Count of Age Range by Resting BP</a:t>
            </a:r>
            <a:endParaRPr lang="en-IN" b="1" dirty="0">
              <a:highlight>
                <a:srgbClr val="850E35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2B3D4-D976-4CAC-8132-E89B6F8FA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5069417" cy="3615266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Count of Age Range by Resting BP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Normal: 242 patients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Hypertension: 60 patients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Insights: “Most patients (242) have normal blood pressure, but a significant portion (60 patients) have hypertension, which is a critical risk factor for heart disease</a:t>
            </a:r>
            <a:r>
              <a:rPr lang="en-US" sz="1800" dirty="0">
                <a:highlight>
                  <a:srgbClr val="850E35"/>
                </a:highlight>
              </a:rPr>
              <a:t>.</a:t>
            </a:r>
            <a:r>
              <a:rPr lang="en-US" sz="1800" dirty="0">
                <a:highlight>
                  <a:srgbClr val="FDFDFD"/>
                </a:highlight>
              </a:rPr>
              <a:t>”</a:t>
            </a:r>
            <a:endParaRPr lang="en-IN" sz="1800" dirty="0">
              <a:highlight>
                <a:srgbClr val="FDFDFD"/>
              </a:highlight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Content Placeholder 15" descr="Beating heart">
                <a:extLst>
                  <a:ext uri="{FF2B5EF4-FFF2-40B4-BE49-F238E27FC236}">
                    <a16:creationId xmlns:a16="http://schemas.microsoft.com/office/drawing/2014/main" id="{C0FA8767-1C4A-45FD-BCFF-142E45BDE30F}"/>
                  </a:ext>
                </a:extLst>
              </p:cNvPr>
              <p:cNvGraphicFramePr>
                <a:graphicFrameLocks noGrp="1" noChangeAspect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28730829"/>
                  </p:ext>
                </p:extLst>
              </p:nvPr>
            </p:nvGraphicFramePr>
            <p:xfrm>
              <a:off x="10236573" y="4483737"/>
              <a:ext cx="1955427" cy="23742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55427" cy="2374263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0850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Content Placeholder 15" descr="Beating heart">
                <a:extLst>
                  <a:ext uri="{FF2B5EF4-FFF2-40B4-BE49-F238E27FC236}">
                    <a16:creationId xmlns:a16="http://schemas.microsoft.com/office/drawing/2014/main" id="{C0FA8767-1C4A-45FD-BCFF-142E45BDE3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36573" y="4483737"/>
                <a:ext cx="1955427" cy="2374263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B855F4C-FB76-4D22-B9C9-4285985AE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75" y="863601"/>
            <a:ext cx="4272225" cy="353059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6226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78CC66-3F98-4AE5-BC0A-521BB21A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980113"/>
            <a:ext cx="8942387" cy="468312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850E35"/>
                </a:highlight>
              </a:rPr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E0CB5-F9F9-4108-8E15-106EE809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499" y="581024"/>
            <a:ext cx="10207626" cy="516255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>
                <a:highlight>
                  <a:srgbClr val="850E35"/>
                </a:highlight>
              </a:rPr>
              <a:t>1</a:t>
            </a:r>
            <a:r>
              <a:rPr lang="en-US" sz="5600" dirty="0">
                <a:solidFill>
                  <a:schemeClr val="tx1"/>
                </a:solidFill>
                <a:highlight>
                  <a:srgbClr val="850E35"/>
                </a:highlight>
              </a:rPr>
              <a:t>. </a:t>
            </a: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Gender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Males show a higher prevalence of high blood pressure, elevated cholesterol, and overall cardiovascular risk compared to females.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Indicates the need for male-focused preventive strategies, especially in the 40–60 age group.</a:t>
            </a:r>
          </a:p>
          <a:p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2. Age Factor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Risk of heart disease increases significantly with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Cholesterol levels and blood pressure rise progressively from middle age to senior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Seniors (&gt;60 years) are the most vulnerable group, requiring intensive monitoring.</a:t>
            </a:r>
          </a:p>
          <a:p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3. Blood Sugar / Diabetes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28% of patients have high blood sugar, highlighting the strong correlation between diabetes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Emphasizes the importance of screening for diabetes as part of cardiac risk assessment.</a:t>
            </a:r>
          </a:p>
          <a:p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4. Preventive Focus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Middle-aged and senior females, while lower in overall risk than males, still require early intervention.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Awareness and preventive lifestyle programs can significantly reduce late-stage heart disease in women.</a:t>
            </a:r>
          </a:p>
          <a:p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5. Actionable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Promote healthy lifestyle changes: balanced diet, exercise, and stress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Encourage regular monitoring: BP, cholesterol, blood sugar.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Implement gender- and age-targeted preventive programs for high-risk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highlight>
                  <a:srgbClr val="850E35"/>
                </a:highlight>
              </a:rPr>
              <a:t>Focus on early detection to prevent severe cardiac events</a:t>
            </a:r>
            <a:r>
              <a:rPr lang="en-US" sz="5600" b="1" dirty="0">
                <a:highlight>
                  <a:srgbClr val="850E35"/>
                </a:highlight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Beating heart">
                <a:extLst>
                  <a:ext uri="{FF2B5EF4-FFF2-40B4-BE49-F238E27FC236}">
                    <a16:creationId xmlns:a16="http://schemas.microsoft.com/office/drawing/2014/main" id="{EBD33823-FDE3-4432-A115-56E09FA0CA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107296"/>
                  </p:ext>
                </p:extLst>
              </p:nvPr>
            </p:nvGraphicFramePr>
            <p:xfrm>
              <a:off x="10428445" y="4535719"/>
              <a:ext cx="1630206" cy="197938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630206" cy="1979382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571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Beating heart">
                <a:extLst>
                  <a:ext uri="{FF2B5EF4-FFF2-40B4-BE49-F238E27FC236}">
                    <a16:creationId xmlns:a16="http://schemas.microsoft.com/office/drawing/2014/main" id="{EBD33823-FDE3-4432-A115-56E09FA0CA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28445" y="4535719"/>
                <a:ext cx="1630206" cy="19793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45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8E40-F371-49E3-B966-AD124234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2" y="4411132"/>
            <a:ext cx="8534400" cy="1507067"/>
          </a:xfrm>
        </p:spPr>
        <p:txBody>
          <a:bodyPr/>
          <a:lstStyle/>
          <a:p>
            <a:r>
              <a:rPr lang="en-IN" dirty="0">
                <a:highlight>
                  <a:srgbClr val="850E35"/>
                </a:highlight>
              </a:rPr>
              <a:t>Conclusion /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EB81-C165-4B8A-BA92-A2D0AE224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Heart disease risk is higher in males, but age and lifestyle increase vulnerability for all.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Diabetes and high cholesterol are major contributors to heart disease risk.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Targeted prevention and early detection are essential, especially for middle-aged and senior populations.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Implementing gender- and age-specific health programs can significantly reduce cardiac incidents.</a:t>
            </a:r>
          </a:p>
          <a:p>
            <a:r>
              <a:rPr lang="en-US" sz="1800" b="1" dirty="0">
                <a:solidFill>
                  <a:schemeClr val="tx1"/>
                </a:solidFill>
                <a:highlight>
                  <a:srgbClr val="850E35"/>
                </a:highlight>
              </a:rPr>
              <a:t>Regular check-ups and lifestyle interventions remain the most effective strategies to combat heart disease</a:t>
            </a:r>
            <a:r>
              <a:rPr lang="en-US" b="1" dirty="0">
                <a:highlight>
                  <a:srgbClr val="850E35"/>
                </a:highlight>
              </a:rPr>
              <a:t>.</a:t>
            </a:r>
            <a:endParaRPr lang="en-IN" b="1" dirty="0">
              <a:highlight>
                <a:srgbClr val="850E35"/>
              </a:highlight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Beating heart">
                <a:extLst>
                  <a:ext uri="{FF2B5EF4-FFF2-40B4-BE49-F238E27FC236}">
                    <a16:creationId xmlns:a16="http://schemas.microsoft.com/office/drawing/2014/main" id="{92F804A2-0430-4C75-8716-8B15442256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8760419"/>
                  </p:ext>
                </p:extLst>
              </p:nvPr>
            </p:nvGraphicFramePr>
            <p:xfrm>
              <a:off x="10269063" y="4818485"/>
              <a:ext cx="1811435" cy="219942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811435" cy="2199428"/>
                    </a:xfrm>
                    <a:prstGeom prst="rect">
                      <a:avLst/>
                    </a:prstGeom>
                  </am3d:spPr>
                  <am3d:camera>
                    <am3d:pos x="0" y="0" z="642015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546" d="1000000"/>
                    <am3d:preTrans dx="225996" dy="-17636886" dz="313746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8578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Beating heart">
                <a:extLst>
                  <a:ext uri="{FF2B5EF4-FFF2-40B4-BE49-F238E27FC236}">
                    <a16:creationId xmlns:a16="http://schemas.microsoft.com/office/drawing/2014/main" id="{92F804A2-0430-4C75-8716-8B15442256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9063" y="4818485"/>
                <a:ext cx="1811435" cy="21994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383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837</TotalTime>
  <Words>1402</Words>
  <Application>Microsoft Office PowerPoint</Application>
  <PresentationFormat>Widescreen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Century Gothic</vt:lpstr>
      <vt:lpstr>Wingdings 3</vt:lpstr>
      <vt:lpstr>Slice</vt:lpstr>
      <vt:lpstr>Heart Disease Risk Analysis &amp; Interactive Dashboard using Power BI </vt:lpstr>
      <vt:lpstr>Problem Statement</vt:lpstr>
      <vt:lpstr>Dataset Overview</vt:lpstr>
      <vt:lpstr>Data Cleaning &amp; Transformation</vt:lpstr>
      <vt:lpstr>PowerPoint Presentation</vt:lpstr>
      <vt:lpstr>Dax formulae's for measures &amp; Calculated columns</vt:lpstr>
      <vt:lpstr> Heart Disease  Risk Analysis using Power bi</vt:lpstr>
      <vt:lpstr>Kpi cards</vt:lpstr>
      <vt:lpstr>High BP Patients by Gender (Donut Chart)</vt:lpstr>
      <vt:lpstr>Average Cholesterol by Age Range (Bar Chart)</vt:lpstr>
      <vt:lpstr>Blood Sugar Patients by Avg Age (Pie Chart)</vt:lpstr>
      <vt:lpstr>Avg Risk Score by Age &amp; Gender waterfall Chart) </vt:lpstr>
      <vt:lpstr> Disease Status of Females by Age (Stacked Bar Chart) </vt:lpstr>
      <vt:lpstr>Avg Cholesterol by Gender</vt:lpstr>
      <vt:lpstr>Age Range &amp; Count of Gender by Max Heart Rate</vt:lpstr>
      <vt:lpstr>Count of Age Range by Resting BP</vt:lpstr>
      <vt:lpstr>summary</vt:lpstr>
      <vt:lpstr>Conclusion /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Analysis using Power BI</dc:title>
  <dc:creator>lalitha Raj</dc:creator>
  <cp:lastModifiedBy>lalitha Raj</cp:lastModifiedBy>
  <cp:revision>22</cp:revision>
  <dcterms:created xsi:type="dcterms:W3CDTF">2025-12-24T09:14:43Z</dcterms:created>
  <dcterms:modified xsi:type="dcterms:W3CDTF">2026-01-04T15:57:33Z</dcterms:modified>
</cp:coreProperties>
</file>